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EBAZAR.COM.BR. LTDA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ROQUE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SAO JOSE DO RIO PRETO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ITUPEVA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 NORTE ARTIGOS DE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TK CENTER COURO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TRIESTE COMERCIO DE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