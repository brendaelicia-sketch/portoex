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243</c:v>
                </c:pt>
                <c:pt idx="1">
                  <c:v>185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</c:v>
                </c:pt>
                <c:pt idx="1">
                  <c:v>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SAMSONITE BRASIL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189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185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97.9%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- 0.9pp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97.9%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(4)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281740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RMS SOLUTIONS LTDA R - OSASCO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OSASCO/SP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07/05/2026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281959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SAMSONITE BRASIL LTD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09/05/2026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282630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SAMSONITE BRASIL LTD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282635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SAMSONITE BRASIL LTD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(79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SAMSONITE BRASIL LTD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NAMASTE SERVICOS LTD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SAMSONITE DO BRASIL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GIOVANA S. VIEIRA CO - CAMPINAS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INTERTRAVEL BRASIL C - RIBEIRAO PRETO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 PRAIA ARTIGOS DE - SANTOS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SATE BALNEA ARTIGOS - BALNEARIO CAMBORIU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SAMSONITE BRASIL LTD - NAVEGANTES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DUFRY DO BRASIL DUTY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SAL PIRACICABA ARTIG - PIRACICABA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STE TAMBORE ARTIGOS - BARUERI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SAS NORTE ARTIGOS DE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SAAM PAULISTA ARTIGO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SAMITT JARDIM ARTIGO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