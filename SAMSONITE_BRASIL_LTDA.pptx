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244</c:v>
                </c:pt>
                <c:pt idx="1">
                  <c:v>302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16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SAMSONITE BRASIL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95.0%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- 4.6pp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95.0%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(16)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4571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26894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281070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DO BRASIL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281740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RMS SOLUTIONS LTDA R - OSASCO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OSASCO/SP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07/05/2026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281959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09/05/2026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282630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282635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283969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SAAM PAULISTA ARTIGO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INOVATHI PARTICIPACO - BARUERI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BARUERI/SP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NSNA SOCIOAMBIENTAL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DIRRE COMERCIAL CENT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284286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RMS SOLUTIONS LTDA R - OSASCO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OSASCO/SP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284292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STKD EIRELI ME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CAMPINAS/SP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284597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DOLFI 1920 MALAS DE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CURITIBA/PR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284709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INOVATHI PARTICIPACO - JUNDIAI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JUNDIAI/SP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284745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DUFRY DO BRASIL DUTY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284864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KAMELEON BAG COMERCI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285592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CAJAMAR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CAJAMAR/SP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31/05/2026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(111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NAMASTE SERVICOS LTD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INOVATHI PARTICIPACO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DO BRASIL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 PRAIA ARTIGOS DE - SANTOS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ITUPEVA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GIOVANA S. VIEIRA CO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SAMITT JARDIM ARTIGO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INTERTRAVEL BRASIL C - RIBEIRAO PRETO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SAAM PAULISTA ARTIGO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SAL PIRACICABA ARTIG - PIRACICABA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TRIPOLI CENTER COURO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SATE BALNEA ARTIGOS - BALNEARIO CAMBORIU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SAMSONITE BRASIL LTD - NAVEGANTES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