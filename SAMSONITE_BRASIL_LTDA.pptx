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Abril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233</c:v>
                </c:pt>
                <c:pt idx="1">
                  <c:v>244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Abril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14</c:v>
                </c:pt>
                <c:pt idx="1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ABRIL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SAMSONITE BRASIL LTDA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245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244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99.6%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233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244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94.3%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99.6%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+ 5.3pp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244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99.6%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99.6% - EXCELENTE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(1)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768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281066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EBAZAR.COM.BR. LTDA - CAJAMAR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CAJAMAR/SP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30/04/2026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(91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SAMSONITE BRASIL LTD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SAMSONITE BRASIL LTD - NAVEGANTES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NAMASTE SERVICOS LTD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SAMSONITE DO BRASIL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INTERTRAVEL BRASIL C - RIBEIRAO PRETO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SAMSONITE BRASIL LTD - SAO ROQUE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INTERTRAVEL BRASIL C - SAO JOSE DO RIO PRETO /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SAMSONITE BRASIL LTD - ITUPEVA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GIOVANA S. VIEIRA CO - CAMPINAS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SAAM PAULISTA ARTIGO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SAMITT JARDIM ARTIGO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SAS NORTE ARTIGOS DE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NOVA TK CENTER COURO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TRIESTE COMERCIO DE - FLORIANOPOLIS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