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277942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JOINVILLE/SC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INDAIAL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INDAIAL/SC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ARACARIGUAMA/SP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