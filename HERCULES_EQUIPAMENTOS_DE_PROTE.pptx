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265</c:v>
                </c:pt>
                <c:pt idx="1">
                  <c:v>230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HERCULES EQUIPAMENTOS DE PROTE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96.2%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(9)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TECNOLOGIA DA MANUTE - MACEIO / 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MACEIO/AL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281685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282443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283837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ELETRONOR - DISTRIBU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CORPO DE BOMBEIROS M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RIO DE JANEIRO/RJ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284510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 EQUIPAMENTOS DE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285137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ATIVA DISTRIBUICAO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(43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ATIVA DISTRIBUICAO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LUZ TRANSPORTES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RF-BRA TRANSPORTES L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PARAUAPEBAS / 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FITASSUL COMERCIO DI - ITAJUBA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ITURRI COIMPAR INDUS - ATIBAIA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