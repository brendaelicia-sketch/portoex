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260</c:v>
                </c:pt>
                <c:pt idx="1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</c:v>
                </c:pt>
                <c:pt idx="1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HERCULES EQUIPAMENTOS DE PROTE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155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96.8%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- 1.7pp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96.8%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(5)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TECNOLOGIA DA MANUTE - MACEIO / 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MACEIO/AL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07/05/2026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281685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WILSON SONS LOGISTIC - SANTO ANDRE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SANTO ANDRE/SP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05/05/2026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281849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SAO JOSE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JOSE/SC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282443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EXATA CARGO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282599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DIMENSIONAL BRASIL S - GARUVA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GARUVA/SC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88.9%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(41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WILSON SONS LOGISTIC - SANTO ANDRE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DIMENSIONAL BRASIL S - GARUVA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93.3%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CAMPINAS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LUZ TRANSPORTES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DIMENSIONAL BRASIL S - SERRA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EXATA CARGO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RF-BRA TRANSPORTES L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ELETRONOR - DISTRIBU - CAXIAS DO SUL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SERRA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IR NEUTZLING &amp; C - PELOTAS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FITASSUL COMERCIO DI - ITAJUBA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PARAUAPEBAS / 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ATIVA DISTRIBUICAO 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