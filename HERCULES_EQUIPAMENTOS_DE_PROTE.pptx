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146</c:v>
                </c:pt>
                <c:pt idx="1">
                  <c:v>265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HERCULES EQUIPAMENTOS DE PROTE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+ 1.8pp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277942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JOINVILLE/SC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INDAIAL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INDAIAL/SC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ARACARIGUAMA/SP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(51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FITASSUL COMERCIO DI - ITAJUBA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 EQUIPAMENTOS DE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ATIVA DISTRIBUICAO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LUZ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RF-BRA TRANSPORTES L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