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89.5%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 GRANDE/MS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SA INDUSTR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MAFLOW DO BRASIL LTD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LOJAS AVENIDA S.A - CAMPO GRANDE / 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DRUGOVICH AUTO PECAS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ITAPOA TERMINAIS POR - ITAPOA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HYOSUNG BRASIL INDUS - ARAQUARI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