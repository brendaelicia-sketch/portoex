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Sheet1!$A$2:$A$2</c:f>
              <c:strCache>
                <c:ptCount val="1"/>
                <c:pt idx="0">
                  <c:v>Abril 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Sheet1!$A$2:$A$2</c:f>
              <c:strCache>
                <c:ptCount val="1"/>
                <c:pt idx="0">
                  <c:v>Abril 2026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ITAPOA TERMINAIS PORTUARIOS 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(8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INTELBRAS SA INDUSTR - SAO JOSE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DRUGOVICH AUTO PECAS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VCH - IMPORTADORA, E - GARUVA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IZOLOG - LOGISTICA, - GARUVA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MAFLOW DO BRASIL LTD - CURITIBA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INTELBRAS S.A. INDUS - SAO JOSE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HYOSUNG BRASIL INDUS - ARAQUARI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ITAPOA TERMINAIS POR - ITAPOA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