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ITAPOA TERMINAIS PORTUARIOS 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81.8%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- 18.2pp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81.8% - ATENCAO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281485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LOJAS AVENIDA S.A - CAMPO GRANDE /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CAMPO GRANDE/MS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281486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LOJAS AVENIDA S.A - CAMPO GRANDE /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CAMPO GRANDE/MS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281487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LOJAS AVENIDA S.A - CAMPO GRANDE /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CAMPO GRANDE/MS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281488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LOJAS AVENIDA S.A - CAMPO GRANDE /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CAMPO GRANDE/MS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VCH - IMPORTADORA, E - GARUVA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LOJAS AVENIDA S.A - CAMPO GRANDE /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MAFLOW DO BRASIL LTD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DRUGOVICH AUTO PECAS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INTELBRAS S.A. INDUS - SAO JOSE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HYOSUNG BRASIL INDUS - ARAQUARI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INTELBRAS SA INDUSTR - SAO JOSE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ITAPOA TERMINAIS POR - ITAPOA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