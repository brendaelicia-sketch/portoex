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MRCEGLIA IMPORTACAO E SERVICOS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87.5%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 Entregas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- 12.5pp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87.5%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280631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MRCEGLIA IMPORTACAO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ITAJAI/SC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01/05/2026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 HAPPY TABACARIA L - VOLTA REDONDA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COMERCIAL LANZO ARTI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ERICKSON EUGENIO SUZ - CAXIAS DO SUL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JOSIEL DE OLIVEIRA C - CAXIAS DO SUL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MRCEGLIA IMPORTACAO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REGIS G.MARQUES - PORTO ALEGRE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SPACEBOX HEADSHOP - GOIANIA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WELLINGTON PIRES DE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