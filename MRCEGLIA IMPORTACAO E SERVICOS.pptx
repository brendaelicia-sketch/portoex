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MRCEGLIA IMPORTACAO E SERVICOS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(26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MRCEGLIA IMPORTACAO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GABRIEL VELISTA NASC - SANTOS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UNNIX GROW E HEADSHO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PORTOEXPRESS LOGISTI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NEW FUTURE ARTIGOS D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TRUST MEGA TECHNOLOG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GB COMERCIO DE VESTU - VOLTA REDONDA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BEST PRICE - BRASILIA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CAFE DA MATA LTDA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BELLI ROOTS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J&amp;CIA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IMNUNES ARTIGOS NACI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DISTRIBUIDORA CORING - ANAPOLIS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ERICKSON EUGENIO SUZ - CAXIAS DO SUL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