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SHPY COMERCIO DE MATERIAL ELET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88.9%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88.9%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 A ELECTRIC S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283976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SHPY COMERCIO DE MAT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SHPY COMERCIO DE MAT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SHPY COMERCIO DE MAT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S/A ELECTRIC 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 A ELECTRIC S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 A ELECTRIC S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ALFA FRANCA MATERIAI - FRANCA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CANASSA LED ARTIGOS - BIRIGUI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DANIEL REZENDE CAVAL - ARACATUBA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GARANCI MATERIAIS EL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MAFISOLLI E FILHOS E - BIRIGUI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