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143</c:v>
                </c:pt>
                <c:pt idx="1">
                  <c:v>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PORTOEXPRESS LOGISTICA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+ 2.2pp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97.5%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HGS GAS E AGUA DO BR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DE JANEIRO/RJ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CKS INTERNATIONAL CO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MATTEL DO BRASIL LTD - NAVEGANTES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HGS GAS E AGUA DO BR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CHRISTIAN SIEGL - LAURO DE FREITAS /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JC ENCOMENDA EXPRESS - RECIFE / 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BLUE BAY COMERCIAL - SAO FRANCISCO DO SUL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CAJADAN TEXTIL LTDA.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COMERCIAL HUGEN - SAPUCAIA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BRSL LOGISTICA LTDA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ANNA CAROLLYNE ALEXA - TURVANIA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AEROPORTO INTERNACIO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GATTO LOG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