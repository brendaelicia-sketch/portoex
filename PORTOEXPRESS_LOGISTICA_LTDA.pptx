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PORTOEXPRESS LOGISTICA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- 5.1pp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92.3%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(9)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SOMA EXPRESS - LAURO DE FREITAS /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LAURO DE FREITAS/BA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NORA TRANSPORTES E L - GOIANIA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GOIANIA/GO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282739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TACIELLY JOSEFINA DI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BRAVO ARMAZENS GERAI - UBERABA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UBERABA/MG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283376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YANKE COMERCIO ELETR - RIO CLARO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CLARO/SP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283377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YANKE COMERCIO ELETR - RIO CLARO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CLARO/SP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283379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YANKE COMERCIO ELETR - RIO CLARO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CLARO/SP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(83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BRAFT DO BRASIL IMPO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ANDRA S A ELECTRIC S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YANKE COMERCIO ELETR - RIO CLARO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NAMASTE SERVICOS LTD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TERMACO LOGISTICA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CHRISTIAN SIEGL - LAURO DE FREITAS / BA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KUKA PRODUTOS INFANT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DUO SP COMERCIO DE V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NSNA SOCIOAMBIENTAL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VICTOR HUGO TAVARES - DIADEMA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 PAULISTA DE C - OSASCO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