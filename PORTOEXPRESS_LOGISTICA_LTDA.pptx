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PORTOEXPRESS LOGISTICA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93.1%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93.1%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283376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YANKE COMERCIO ELETR - RIO CLARO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CLARO/SP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283379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YANKE COMERCIO ELETR - RIO CLARO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CLARO/SP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283582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23.734.548 CRISTIANO - ANAPOLIS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ANAPOLIS/GO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283706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CUIABA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CUIABA/MT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284094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KUKA PRODUTOS INFANT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MAC FER INDUSTRIA E - EMBU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EMBU/SP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284397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ADALBERTO BOLAINO - COTIA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COTIA/SP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284756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DIRCEU TAMANHO - ITA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ABECOM ROLAMENTOS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 SP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(116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KUKA PRODUTOS INFANT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YANKE COMERCIO ELETR - RIO CLARO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NAMASTE SERVICOS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TERMACO LOGISTICA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PICCOLI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VICTOR HUGO TAVARES - DIADEMA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NSNA SOCIOAMBIENTAL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PAULISTA DE C - OSASCO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