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227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PEX LOGISTICA INTEGRADA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99.1%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- 0.9pp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99.1%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 LIMA CASA &amp; C - JUQUITIBA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JUQUITIBA/SP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279470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GIRO CERTO CARGAS E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24/04/2026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(108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BRAFT DO BRASIL IMPO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TRANSPORTES BERTOLIN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 C E TEXTIL LTDA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MAYZEER MALHARIA LTD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LOG 100 LOGISTICA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PICCOLI TRANSPORTES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TERMACO LOGISTICA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PWK TEXTIL LTDA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JEOMAR TRANSPORTES L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AMIGO TRANSPORTES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GIRO CERTO CARGAS E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CATHEX TEXTIL LTDA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PROFIT CONFECCOES LT - BRUSQUE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TAND TEXTIL LTDA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