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227</c:v>
                </c:pt>
                <c:pt idx="1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- 19.1pp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80.0%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280896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PATRICIA RIOS DURAN - LEME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LEME/SP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280897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TRANSPORTES BERTOLIN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(22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BARONI TRANSPORTES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COLTEX INDUSTRIA TEX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EBA - SAO BERNARDO DO CAMPO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TEXTIL LTDA - GUABIRUBA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HIDRELI COM MAT CONS - SAO BERNARDO DO CAMPO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IND. E COM. DE MALHA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J.A MALHAS LTDA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JARTEX IND. TEXTIL L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LUATEX MALHAS EIRELI - GUABIRUBA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LULI IND. E COM. DE - RODEIO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MALHAS MENEGOTTI IND - JARAGUA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PATRICIA RIOS DURAN - LEME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