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</c:v>
                </c:pt>
                <c:pt idx="1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PEX LOGISTICA INTEGRADA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- 2.9pp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96.2%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PATRICIA RIOS DURAN - LEME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LEME/SP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283561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TRANSVITOR TRANSPORT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284331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COMERCIAL VICENTINA - CARAPICUIBA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CARAPICUIBA/SP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COMP. TEXTIL BASP E - GUARAREMA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GUARAREMA/SP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PATRICIA RIOS DURAN - LEME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LEME/SP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PICCOLI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284924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CARVALIMA TRANSPORTE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AGENCIA DE CARGAS ES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285468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BRAFT DO BRASIL IMPO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ITAJAI/SC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(138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BRAFT DO BRASIL IMPO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PICCOLI TRANSPORTES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TERMACO LOGISTICA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LOG 100 LOGISTICA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 C E TEXTIL LTDA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GIRO CERTO CARGAS E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LULI IND. E COM. DE - RODEIO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SCHROEDER FAB TEC MA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PWK TEXTIL LTDA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PHOENIX LOG LTDA.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MAYZEER MALHARIA LTD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TRANSPORTES BERTOLIN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TRANSMETELLO LOGISTI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