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227</c:v>
                </c:pt>
                <c:pt idx="1">
                  <c:v>145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  <c:pt idx="1">
                  <c:v>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PEX LOGISTICA INTEGRADA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150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96.7%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- 2.4pp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96.7%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(5)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280896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PATRICIA RIOS DURAN - LEME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LEME/SP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281175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ELASTAN INDUSTRIA E - BLUMENAU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BLUMENAU/SC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283561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CAJAMAR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CAJAMAR/SP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283587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CONSTRUJA DISTRIBUID - BIRIGUI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BIRIGUI/SP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283588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CONSTRUJA DISTRIBUID - BIRIGUI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BIRIGUI/SP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(94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BRAFT DO BRASIL IMPO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CAJAMAR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SCHROEDER FAB TEC MA - JOINVILLE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TERMACO LOGISTICA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 C E TEXTIL LTDA - JOINVILLE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LOG 100 LOGISTICA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LUATEX MALHAS EIRELI - GUABIRUBA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LULI IND. E COM. DE - RODEIO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PWK TEXTIL LTDA - JOINVILLE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MAYZEER MALHARIA LTD - BRUSQUE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GIRO CERTO CARGAS E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BRANYL COMERCIO E IN - CAPIVARI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CONSTRUJA DISTRIBUID - BIRIGUI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ELASTAN INDUSTRIA E - BLUMENAU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