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Sheet1!$A$2:$A$2</c:f>
              <c:strCache>
                <c:ptCount val="1"/>
                <c:pt idx="0">
                  <c:v>Abril 2026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Sheet1!$A$2:$A$2</c:f>
              <c:strCache>
                <c:ptCount val="1"/>
                <c:pt idx="0">
                  <c:v>Abril 2026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PEX LOGISTICA INTEGRADA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227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99.1%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99.1%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(2)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278394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DE LIMA CASA &amp; C - JUQUITIBA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JUQUITIBA/SP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279470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GIRO CERTO CARGAS E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GUARULHOS/SP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(108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BRAFT DO BRASIL IMPO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TRANSPORTES BERTOLIN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 C E TEXTIL LTDA - JOINVILLE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MAYZEER MALHARIA LTD - BRUSQUE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LOG 100 LOGISTICA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PICCOLI TRANSPORTES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TERMACO LOGISTICA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PWK TEXTIL LTDA - JOINVILLE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JEOMAR TRANSPORTES L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AMIGO TRANSPORTES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GIRO CERTO CARGAS E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CATHEX TEXTIL LTDA - BRUSQUE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PROFIT CONFECCOES LT - BRUSQUE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TAND TEXTIL LTDA - BRUSQUE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