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145</c:v>
                </c:pt>
                <c:pt idx="1">
                  <c:v>227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PEX LOGISTICA INTEGRADA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99.1%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 LIMA CASA &amp; C - JUQUITIBA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JUQUITIBA/SP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279470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(108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TRANSPORTES BERTOLIN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C E TEXTIL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MAYZEER MALHARIA LTD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LOG 100 LOGISTICA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PICCOLI TRANSPORTES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TERMACO LOGISTICA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PWK TEXTIL LTDA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JEOMAR TRANSPORTES L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AMIGO TRANSPORTES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CATHEX TEXTIL LTDA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PROFIT CONFECCOES LT - BRUSQUE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TAND TEXTIL LTDA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