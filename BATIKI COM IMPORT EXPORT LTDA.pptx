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BATIKI COM IMPORT EXPORT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- 37.8pp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50.0%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DISTRIBUIDORA DE T.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 C T TRANSPORTE E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LANDRICO MINAS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VELOCARGAS BRASIL E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VELOCARGAS BRASIL E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VELOCARGAS BRASIL E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DISTRIBUIDORA DE T.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JURANDIR QUIRINO DOS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DUTRA E FERNANDES LT - VIANOPOLIS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LANDRICO MINAS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 C T TRANSPORTE E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RAFAELA PAVINATTO JO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TITANIO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