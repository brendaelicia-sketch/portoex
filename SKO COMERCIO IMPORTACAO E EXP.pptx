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184</c:v>
                </c:pt>
                <c:pt idx="1">
                  <c:v>187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92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SKO COMERCIO, IMPORTACAO E EXP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67.0%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67.0%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- 30.4pp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67.0%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67.0% - ATENCAO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(92)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19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49161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ELIANA DE SOUZA QUEI - ARTUR NOGUEIRA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ARTUR NOGUEIRA/SP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278877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 JAQUES DE ANDRADE - PORTO ALEGRE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 ALEGRE/RS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LUNALO CALCADOS E AC - OUROESTE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OUROESTE/SP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279420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MILLA MODAS COMERCIO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A&amp;C CALCADOS LTDA - DIVINOPOLIS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DIVINOPOLIS/MG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CALCADOS E ACESSORIO - PASSOS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PASSOS/MG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G.B. CASTRO TEIXEIRA - PATOS DE MINAS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PATOS DE MINAS/MG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 CIDADE LTDA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MGJFS COM E CALC E A - JUIZ DE FORA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JUIZ DE FORA/MG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LUCAS FELIPPE PAULET - PATROCINIO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PATROCINIO/MG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RENEE SHOES LTDA - PARA DE MINAS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PARA DE MINAS/MG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S. A. LEMOS LTDA - VILA VELHA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VILA VELHA/ES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ZA&amp;KRIS ACESSORIOS E - POCOS DE CALDAS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POCOS DE CALDAS/MG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CASTRO ALVES CALCADO - LINHARES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LINHARES/ES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GONCALVES &amp; LEVISKI - ARAXA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ARAXA/MG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SV BOLSAS E SAPATOS - VITORIA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VITORIA/ES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R4 COMERCIO DE SAPAT - VITORIA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VITORIA/ES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DESIGUAL BOUTIQUE LT - SALTO DE PIRAPORA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SALTO DE PIRAPORA/SP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13.635.986 DANISA FA - TEOFILO OTONI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TEOFILO OTONI/MG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ARI COMERCIO E SERVI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SERRA/ES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CRIS THOMAZI MULTIMA - ARINOS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ARINOS/MG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279768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JUSSANDRA MANIA DE M - MAR DE ESPANHA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 DE ESPANHA/MG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VIANA E CARDOSO - CO - ARCOS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ARCOS/MG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 SOM LTDA - ITANHANDU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ITANHANDU/MG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SAMARA DANIELLE DA S - SENADOR AMARAL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SENADOR AMARAL/MG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36.392.973 ANA JULLI - POMPEU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POMPEU/MG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LARISSA LUZIA ALVES - PIRAJUBA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PIRAJUBA/MG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NILVA DE MORAIS FONS - TURVOLANDIA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TURVOLANDIA/MG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CALCADOS PAOLO LTDA - LAGOA DA PRATA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LAGOA DA PRATA/MG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DWX COMERCIO DE CALC - ASTOLFO DUTRA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ASTOLFO DUTRA/MG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LORENCIA COMERCIO VA - SAO GONCALO DO RIO ABAIXO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GONCALO DO RIO ABAIXO/MG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IMPERIUM BOUTIQUE LT - FUNDAO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FUNDAO/ES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CRISTAL MODAS COMERC - EXTREMA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EXTREMA/MG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SIMONE SEMI JOIAS E - CONSELHEIRO LAFAIETE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CONSELHEIRO LAFAIETE/MG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PEZAO CALCADOS IBIA - IBIA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IBIA/MG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BARBARA LUXO CALCADO - ITAPECERICA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ITAPECERICA/MG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ALANA MODAS LTDA - BRASILANDIA DE MINAS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BRASILANDIA DE MINAS/MG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EMPORIO 21 COMERCIO - FRUTAL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FRUTAL/MG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 M S COMERCIO DE SA - RIO NOVO DO SUL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NOVO DO SUL/ES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TANIA CENTER CALCADO - RIO POMBA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POMBA/MG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ANDREIA SALVADOR CAL - COLATINA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COLATINA/ES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 B COMERCIO DE ROUP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SERRA/ES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JOSE CLOVES PINHEIRO - ITAMBACURI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ITAMBACURI/MG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MARCOS VINICIUS AMOR - ITAPAGIPE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ITAPAGIPE/MG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CENTRAL MODAS UNIPES - TOMBOS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TOMBOS/MG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 J L DE OLIVEIRA - IRUPI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IRUPI/ES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ALLURE SHOES E ACESS - JERONIMO MONTEIRO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JERONIMO MONTEIRO/ES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MARIA JORGE ANTUNES - MONTE AZUL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MONTE AZUL/MG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CONFECCOES BROEDEL L - CARIACICA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CARIACICA/ES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VANIA MARA FERREIRA - CAMPOS GERAIS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CAMPOS GERAIS/MG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ELLAS CALCADOS, BOLS - PIUMA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PIUMA/ES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GESSICA CHIEPPE 1363 - MARILANDIA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MARILANDIA/ES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COMERCIAL COSTA LEME - ARCOS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ARCOS/MG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MARIANA BRAGA SANTOS - PIRAPORA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PIRAPORA/MG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LUCIMAR HELENA BERNA - CAPITOLIO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CAPITOLIO/MG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59.187.128 CLAUDIANA - CARMOPOLIS DE MINAS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CARMOPOLIS DE MINAS/MG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OTOS COMERCIO DE ROU - CASSIA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CASSIA/MG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279989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VILLAMIX CALCADOS AC - CACHOEIRO DE ITAPEMIRIM 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CACHOEIRO DE ITAPEMIRIM/ES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 &amp; M CALCADOS LTDA - FORMIGA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FORMIGA/MG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279993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TULIO CALCADOS - FORMIGA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FORMIGA/MG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 DELLE CALCADOS LT - ARACRUZ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ARACRUZ/ES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279997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STAR SHOES LTDA - GUACUI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GUACUI/ES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MOYRA NOGAROL SHOES - MARATAIZES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MARATAIZES/ES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 P MEDEIROS COMERCI - ANCHIETA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ANCHIETA/ES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EDILAINE MOREIRA DE - VISCONDE DO RIO BRANCO /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VISCONDE DO RIO BRANCO/MG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ARAUJO &amp; BRAGA COMER - CORACAO DE JESUS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CORACAO DE JESUS/MG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C&amp;S COMERCIO DE CALC - MONTES CLAROS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MONTES CLAROS/MG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 STORE COMERCIO LTD - IBIRACU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IBIRACU/ES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LOURENCONI GARCIA CA - NEPOMUCENO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NEPOMUCENO/MG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AMORE CALCADOS E MOD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MATHEUS CHAVES DE HO - ALFENAS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ALFENAS/MG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 P MEDEIROS COMERCI - CACHOEIRO DE ITAPEMIRIM 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CACHOEIRO DE ITAPEMIRIM/ES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 P MEDEIROS COMERCI - CACHOEIRO DE ITAPEMIRIM 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CACHOEIRO DE ITAPEMIRIM/ES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NEW WALK CALCADOS LT - SAO SEBASTIAO DO PARAISO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SEBASTIAO DO PARAISO/MG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JOSE IDEMAURO GOULAR - OURO FINO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OURO FINO/MG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CALCADOS E ACESSORIO - SAO JOSE DO CALCADO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 DO CALCADO/ES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CONFECCOES BATISTA E - ITABIRA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ITABIRA/MG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 DO SUCESSO LTDA - GOVERNADOR VALADARES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GOVERNADOR VALADARES/MG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EMPODERADAS E CIA LT - ITUIUTABA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ITUIUTABA/MG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KARINE ALEXANDRE BRI - JANAUBA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JANAUBA/MG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LABAMBAS MODAS E CAL - COLATINA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COLATINA/ES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PRISCILLA REIS CARVA - TRES PONTAS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TRES PONTAS/MG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FLORENZA BOUTIQUE LT - MURIAE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MURIAE/MG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FINITO CALCADOS E AC - PONTE NOVA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PONTE NOVA/MG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D&amp;J BOUTIQUE LTDA - - SAO GABRIEL DA PALHA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GABRIEL DA PALHA/ES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ELIZANGELA RAMOS DE - MONTE CARMELO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MONTE CARMELO/MG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SOBREIRA E ALBANI LT - ALEGRE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ALEGRE/ES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MUNDI CENTER LTDA - VICOSA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VICOSA/MG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43.474.701 TEREZINHA - FRANCISCO MORATO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FRANCISCO MORATO/SP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62.209.212 EVELLYN A - IBITIRAMA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IBITIRAMA/ES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11.681.910 DARLENE G - BIRITIBA-MIRIM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BIRITIBA-MIRIM/SP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6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280312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CMD COMERCIO VAREJIS - RIO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DO SUL/SC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(210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DIOGO COMERCIO DE 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UMEKITA SHOES EIRELI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NATYLILLYS COMERCIO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CV COMERCIO DE MODAS - BARUERI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 FASHION SHOES LTD - AMERICANA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FENG SHOES CALCADOS - VOTORANTIM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BLP SAPATOS E BOLSAS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APONTE COMERCIO DE C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FENIX COMERCIO DE CA - PRAIA GRANDE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VENDITTO COMERCIO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JCSTAR CALCADOS LTDA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H&amp;M COMERCIO DE CALC - BLUMENAU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JOVAN COMERCIO DE 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JOTTA COMERCIO DE CA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