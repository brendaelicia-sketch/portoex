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187</c:v>
                </c:pt>
                <c:pt idx="1">
                  <c:v>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</c:v>
                </c:pt>
                <c:pt idx="1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SKO COMERCIO, IMPORTACAO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67.1%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1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1576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LAURENTIZ - COMERCIO - JABOTICABAL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JABOTICABAL/SP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INLUX CALCADOS LTDA - ASSIS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ASSIS/SP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 VICTORIA GUARIEN - NEVES PAULISTA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NEVES PAULISTA/SP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 LOPES CALCADOS - ADAMANTINA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ADAMANTINA/SP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 L. G. ALMEIDA - PALMITAL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PALMITAL/SP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AMMIRARE CALCADOS EI - JABOTICABAL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JABOTICABAL/SP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MISTURA DA MODA COME - PEREIRA BARRETO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PEREIRA BARRETO/SP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NAKOLINY CALCADOS LT - NOVO HORIZONTE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NOVO HORIZONTE/SP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VITTI VITTI LTDA - E - RIO CLARO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CLARO/SP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ALICE CALCADOS E ACE - FERNANDOPOLIS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FERNANDOPOLIS/SP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MARIANA CRUZ APOLINA - DIVINOLANDIA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DIVINOLANDIA/SP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FAVERO URIAS E CIA L - MOCOCA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MOCOCA/SP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ROSELI PEREIRA 32612 - TEODORO SAMPAIO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TEODORO SAMPAIO/SP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 SHOES PRESIDENTE - PRESIDENTE PRUDENTE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PRESIDENTE PRUDENTE/SP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CLEBER MANFIO - CANDIDO MOTA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CANDIDO MOTA/SP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ELIANA DE SOUZA QUEI - ARTUR NOGUEIRA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ARTUR NOGUEIRA/SP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FNF COMERCIO DE CALC - PARAGUACU PAULISTA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PARAGUACU PAULISTA/SP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SAMPAIO DORIA E LAUR - JABOTICABAL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JABOTICABAL/SP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COSMETICOS, PERFUMAR - PACAEMBU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PACAEMBU/SP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REBECA FERREIRA BARB - NARANDIBA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NARANDIBA/SP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 HELENA CAMARGO - JABOTICABAL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JABOTICABAL/SP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BLV RODRIGUES COM DE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PENIDO CALCADOS E AC - ITAUNA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ITAUNA/MG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V.M. VIX - COMERCIO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SERRA/ES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HELENA MAEMORI MORI - ITURAMA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ITURAMA/MG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ALINE APARECIDA ANDR - CRISTAIS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CRISTAIS/MG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SADAH ABDALLAH CALCA - CONCEICAO DAS ALAGOAS /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CONCEICAO DAS ALAGOAS/MG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65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 L CALCADOS E ACESS - ESPERA FELIZ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ESPERA FELIZ/MG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VERDEN COMERCIO DE C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VIPE COMERCIO DE CAL - CATANDUVA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ALINE APARECIDA ANDR - CRISTAIS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AMMIRARE CALCADOS EI - JABOTICABAL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 CRISTINA PAES 19 - ARACOIABA DA SERRA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 PAULA CABRAL VIL - GUARATINGUETA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 VICTORIA GUARIEN - NEVES PAULISTA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ARIOVALDO GABRIEL DE - ITAI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AUGUSTA BRASIL - ESMERALDAS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BELIZE BY ELITE LTDA - SERTAOZINHO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BLV RODRIGUES COM DE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CLEBER MANFIO - CANDIDO MOTA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CLEIDE APARECIDA ROD - CONCHAL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COSMETICOS, PERFUMAR - PACAEMBU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