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TECADI ARMAZENS GERAIS LTDA (I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81.8%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- 10.2pp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81.8%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RAFAELA PARISI KNOLL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JOINVILLE/SC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280858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LUCIANO MUMBACH ELET - CERRO LARGO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CERRO LARGO/RS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GLOBAL EXPRESS ASSIS - UBERLANDIA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BEM ESTAR LONDRINA L - LONDRINA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COLD SUMMER SOLUCOES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ELETRORARO COM DE EL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INFINITY ASSISTENCIA - JUIZ DE FORA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LUCIANO MUMBACH ELET - CERRO LARGO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MINASFAST TECNOLOGIA - CONTAGEM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RAFAELA PARISI KNOLL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 CELL COMERCIO E SE - DUQUE DE CAXIAS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VIP REPAIR CENTER AS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