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MRCEGLIA IMPORTACAO E SERVICOS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- 7.5pp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92.5%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(3)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280714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ALBERTO ANDRES ANDRE - JOAO PESSOA / 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JOAO PESSOA/PB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280719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PITINHO DE PALHA PRO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BRASILIA/DF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282336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TABACARIA HIJAZI - SAO LUIZ / 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LUIZ/MA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(35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TABACARIA HIJAZI - SAO LUIZ / 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JP COMERCIO EXTERIOR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JAY ARBUDA PRESENTES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TRUST MEGA TECHNOLOG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REGIS G.MARQUES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27.889.907 JESSE ROD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ALBERTO ANDRES ANDRE - JOAO PESSOA / 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 HAPPY TABACARIA L - VOLTA REDONDA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DIBOA TABACARIA LTDA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BRENO SILVA MACHADO - NITEROI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CAFE DA MATA LTDA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ESPECIARIAS DO CERRA - GOIANIA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ERICKSON EUGENIO SUZ - CAXIAS DO SUL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FIRE COMERCIO DE ART - SANTOS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