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Sheet1!$A$2:$A$2</c:f>
              <c:strCache>
                <c:ptCount val="1"/>
                <c:pt idx="0">
                  <c:v>Abril 2026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34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Sheet1!$A$2:$A$2</c:f>
              <c:strCache>
                <c:ptCount val="1"/>
                <c:pt idx="0">
                  <c:v>Abril 2026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MRCEGLIA IMPORTACAO E SERVICOS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100.0%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Marco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100.0%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RJ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(26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MRCEGLIA IMPORTACAO - ITAJAI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GABRIEL VELISTA NASC - SANTOS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UNNIX GROW E HEADSHO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PORTOEXPRESS LOGISTI - ITAJAI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NEW FUTURE ARTIGOS D - RIO DE JANEIRO / 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TRUST MEGA TECHNOLOG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GB COMERCIO DE VESTU - VOLTA REDONDA / 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BEST PRICE - BRASILIA / DF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CAFE DA MATA LTDA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BELLI ROOTS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J&amp;CIA - FLORIANOPOLIS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IMNUNES ARTIGOS NACI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DISTRIBUIDORA CORING - ANAPOLIS / 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ERICKSON EUGENIO SUZ - CAXIAS DO SUL / 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