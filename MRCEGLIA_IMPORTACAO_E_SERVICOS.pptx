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ALBERTO ANDRES ANDRE - JOAO PESSOA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JOAO PESSOA/PB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PITINHO DE PALHA PRO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BRASILIA/DF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TABACARIA HIJAZI - SAO LUIZ /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LUIZ/MA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TABACARIA HIJAZI - SAO LUIZ / 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LUIZ/MA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JP COMERCIO EXTERIOR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JAY ARBUDA PRESENTES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TRUST MEGA TECHNOLOG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REGIS G.MARQUES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TABACARIA HIJAZI - SAO LUIZ /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27.889.907 JESSE ROD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ALBERTO ANDRES ANDRE - JOAO PESSOA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DARK SHOP TABACARIA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 HAPPY TABACARIA L - VOLTA REDONDA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BRENO SILVA MACHADO - NITEROI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DOS CRIAS ATACADO LT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ESPECIARIAS DO CERRA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FIRE COMERCIO DE ART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