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</c:v>
                </c:pt>
                <c:pt idx="1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MRCEGLIA IMPORTACAO E SERVICOS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89.7%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+ 10.3pp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(26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MRCEGLIA IMPORTACAO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GABRIEL VELISTA NASC - SANTOS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UNNIX GROW E HEADSHO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PORTOEXPRESS LOGISTI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NEW FUTURE ARTIGOS D - RIO DE JANEIRO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TRUST MEGA TECHNOLOG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GB COMERCIO DE VESTU - VOLTA REDONDA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BEST PRICE - BRASILIA / 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CAFE DA MATA LTDA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BELLI ROOTS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J&amp;CIA - FLORIANOPOLIS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IMNUNES ARTIGOS NACI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DISTRIBUIDORA CORING - ANAPOLIS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ERICKSON EUGENIO SUZ - CAXIAS DO SUL / 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