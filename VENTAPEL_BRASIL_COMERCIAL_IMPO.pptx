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VENTAPEL BRASIL COMERCIAL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+ 10.8pp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94.1%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CABO DE SANTO AGOSTINHO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SAO JOAO DE MERITI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JABOATAO DOS GUARARAPES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FORTALEZA / 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BAYEUX / 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BETIM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VIANA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NOVA SANTA RITA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APEX LATIN AMERICA I - CAMPO MAGRO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MCCAIN DO BRASIL ALI - ARAXA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