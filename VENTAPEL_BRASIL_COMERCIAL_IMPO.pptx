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VENTAPEL BRASIL COMERCIAL IMPO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67.6%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67.6%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67.6%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277748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277749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03/04/2026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278469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278470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278691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CABO DE SANTO AGOSTINHO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CABO DE SANTO AGOSTINHO/PE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278922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279272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281194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CABO DE SANTO AGOSTINHO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SAO JOAO DE MERITI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JABOATAO DOS GUARARAPES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FORTALEZA / 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BAYEUX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VIANA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APEX LATIN AMERICA I - CAMPO MAGRO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MCCAIN DO BRASIL ALI - ARAXA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