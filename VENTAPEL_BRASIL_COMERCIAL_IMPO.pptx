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</c:v>
                </c:pt>
                <c:pt idx="1">
                  <c:v>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</c:v>
                </c:pt>
                <c:pt idx="1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VENTAPEL BRASIL COMERCIAL IMPO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9E0B"/>
                </a:solidFill>
                <a:latin typeface="Calibri"/>
              </a:rPr>
              <a:t>94.1%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83.3%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94.1%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+ 10.8pp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94.1%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94.1%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(2)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281194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SERVICOS DE V - CAJAMAR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CAJAMAR/SP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281204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LOGISTICA DO - CAJAMAR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CAJAMAR/SP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(14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SERVICOS DE V - CAJAMAR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SERVICOS DE V - CABO DE SANTO AGOSTINHO /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SERVICOS DE V - SAO JOAO DE MERITI / 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LOGISTICA DO - RIO DE JANEIRO / 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LOGISTICA DO - CAJAMAR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LOGISTICA DO - BRASILIA / DF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LOGISTICA DO - JABOATAO DOS GUARARAPES /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LOGISTICA DO - FORTALEZA / 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LOGISTICA DO - BAYEUX / PB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SERVICOS DE V - BETIM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LOGISTICA DO - VIANA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SERVICOS DE V - NOVA SANTA RITA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APEX LATIN AMERICA I - CAMPO MAGRO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MCCAIN DO BRASIL ALI - ARAXA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