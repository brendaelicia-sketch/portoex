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Sheet1!$A$2:$A$2</c:f>
              <c:strCache>
                <c:ptCount val="1"/>
                <c:pt idx="0">
                  <c:v>Abril 2026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Sheet1!$A$2:$A$2</c:f>
              <c:strCache>
                <c:ptCount val="1"/>
                <c:pt idx="0">
                  <c:v>Abril 2026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VENTAPEL BRASIL COMERCIAL IMPO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59E0B"/>
                </a:solidFill>
                <a:latin typeface="Calibri"/>
              </a:rPr>
              <a:t>94.1%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94.1%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94.1%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94.1% - REGULAR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(2)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281194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SERVICOS DE V - CAJAMAR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CAJAMAR/SP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281204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LOGISTICA DO - CAJAMAR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CAJAMAR/SP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389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39901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88.2%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(14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SERVICOS DE V - CAJAMAR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SERVICOS DE V - CABO DE SANTO AGOSTINHO /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SERVICOS DE V - SAO JOAO DE MERITI / 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LOGISTICA DO - RIO DE JANEIRO / 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LOGISTICA DO - CAJAMAR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LOGISTICA DO - BRASILIA / DF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LOGISTICA DO - JABOATAO DOS GUARARAPES /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LOGISTICA DO - FORTALEZA / 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LOGISTICA DO - BAYEUX / PB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SERVICOS DE V - BETIM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LOGISTICA DO - VIANA / 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SERVICOS DE V - NOVA SANTA RITA / 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APEX LATIN AMERICA I - CAMPO MAGRO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MCCAIN DO BRASIL ALI - ARAXA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