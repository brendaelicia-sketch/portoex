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578</c:v>
                </c:pt>
                <c:pt idx="1">
                  <c:v>124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ANSELL BRAZIL LTDA.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79.5%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- 454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79.5%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- 18.0pp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79.5%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79.5% - ATENCAO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(32)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4571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13854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YAZAKI DO BRASIL LTD - BONITO / 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BONITO/PE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279536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ELETRONOR - DISTRIBU - CAXIAS DO SUL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CAXIAS DO SUL/RS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WILSON SONS LOGISTIC - SANTO ANDRE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SANTO ANDRE/SP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280479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280481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280484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280489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280492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280496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280508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280510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280513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GARUVA/SC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280930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281010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281012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281018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GUARULHOS/SP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04/05/2026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281318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FASTENAL BRASIL IMPO - JUNDIAI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JUNDIAI/SP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281422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CAMPINAS/SP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01/05/2026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8545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281471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CAMPINAS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CAMPINAS/SP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01/05/2026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53.1%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(29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BUNZL EQUIPAMENTOS P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GARUVA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44.4%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DIMENSIONAL BRASIL S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SAO JOSE DOS PINHAIS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SERRA /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GOIANIA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NORTEL SUPRIMENTOS I - CAMPINAS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ELETRONOR - DISTRIBU - CAXIAS DO SUL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CAXIAS DO SUL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 EQUIPAMENTOS DE P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CORSUL COMERCIO E RE - CRICIUMA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RF-BRA TRANSPORTES L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1000 MARCAS SAFETY B - ARACARIGUAMA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LUZ TRANSPORTES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