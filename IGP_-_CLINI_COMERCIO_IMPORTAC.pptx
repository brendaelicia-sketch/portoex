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</c:v>
                </c:pt>
                <c:pt idx="1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CENTER SHOP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283061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HERBERT PAUL BRANDT - LONTRAS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LONTRAS/SC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283847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DARBIKE COMERCIO DE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BRUSQUE/SC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 - CLINI COMERCIO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CARBON COMERCIO DE B - CRICIUMA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CICLES HOFFMANN COME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AK VASCONCELOS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IGP-CLINI COM IMP EX - INDAIATUBA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PROCICLO BIKE SHOP L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COLINA BIKES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RICARDO FRANCIO ME - VIDEIRA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FELIPE MARANGONU ME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CASTRO&amp;LIN MANUT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AC VASCONCELOS ESPOR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BIKE CENTER SHOP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MARCELO MOSER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CONTATORI VO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