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</c:v>
                </c:pt>
                <c:pt idx="1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- 7.6pp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91.2%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RICARDO FRANCIO ME - VIDEIRA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VIDEIRA/SC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CENTER SHOP COM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HERBERT PAUL BRANDT - LONTRAS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LONTRAS/SC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CICLO EVO IMPORTACAO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CICLES HOFFMANN COME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CARBON COMERCIO DE B - CRICIUMA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AK VASCONCELOS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CASTRO&amp;LIN MANUT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DEMARCHI S BIKE SHOP - SAO BENTO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MARCELO MOSER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CONTATORI VO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WEIGMANN BICICLETAS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RICARDO FRANCIO ME - VIDEIRA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CICLO EVO IMPORTACAO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BIKE021 -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HOUSE LTDA ME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