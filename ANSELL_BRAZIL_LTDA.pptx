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540</c:v>
                </c:pt>
                <c:pt idx="1">
                  <c:v>542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  <c:pt idx="1">
                  <c:v>19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ANSELL BRAZIL LTDA.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561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542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96.6%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540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96.6%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- 3.0pp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561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96.6%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96.6%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(19)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278593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YAZAKI DO BRASIL LTD - BONITO / 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BONITO/PE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04/05/2026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279536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ELETRONOR - DISTRIBU - CAXIAS DO SUL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CAXIAS DO SUL/RS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04/05/2026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281128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SAO JOSE DOS PINHAIS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JOSE DOS PINHAIS/PR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08/05/2026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281135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SAO JOSE DOS PINHAIS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JOSE DOS PINHAIS/PR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08/05/2026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281137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SAO JOSE DOS PINHAIS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JOSE DOS PINHAIS/PR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08/05/2026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281177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STELLANTIS AUTOMOVEI - BETIM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BETIM/MG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281243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SAO JOSE DOS PINHAIS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JOSE DOS PINHAIS/PR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08/05/2026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281248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SAO JOSE DOS PINHAIS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JOSE DOS PINHAIS/PR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08/05/2026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281296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SAO JOSE DOS PINHAIS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JOSE DOS PINHAIS/PR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08/05/2026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281297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SAO JOSE DOS PINHAIS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JOSE DOS PINHAIS/PR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08/05/2026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281299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SAO JOSE DOS PINHAIS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JOSE DOS PINHAIS/PR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08/05/2026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281313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ST JUDE MEDICAL BRAS - BELO HORIZONTE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BELO HORIZONTE/MG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281576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FRISA FRIGORIFICO RI - NANUQUE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NANUQUE/MG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281712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CASCAVEL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CASCAVEL/PR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281713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CASCAVEL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CASCAVEL/PR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281714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CASCAVEL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CASCAVEL/PR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281715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CASCAVEL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CASCAVEL/PR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281825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SAO JOSE DOS PINHAIS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JOSE DOS PINHAIS/PR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08/05/2026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282745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 EQUIPAMENTOS DE P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GUARULHOS/SP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(75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DIMENSIONAL BRASIL S - GARUVA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SAO JOSE DOS PINHAIS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80.9%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BUNZL EQUIPAMENTOS P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DIMENSIONAL BRASIL S - SERRA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NORTEL SUPRIMENTOS I - SERRA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NORTEL SUPRIMENTOS I - CAMPINAS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CAXIAS DO SUL / 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NORTEL SUPRIMENTOS I - GOIANIA / 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CRICIUMA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BUNZL EQUIPAMENTOS P - CONTAGEM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ELETRONOR - DISTRIBU - CAXIAS DO SUL / 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CASCAVEL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BALASKA EQUIPE INDUS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MARINGA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