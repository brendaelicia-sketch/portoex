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ANSELL BRAZIL LTDA.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577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575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99.7%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276428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ANSELL BRAZIL LTDA.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276943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 JUDE MEDICAL BRAS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BELO HORIZONTE/MG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EXATA CARGO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FASTENAL BRASIL IMPO - SOROCABA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 EQUIPAMENTOS DE 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CONTAGEM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SERRA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1000 MARCAS SAFETY B - ARACARIGUAMA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CORSUL COMERCIO E RE - CASCAVEL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BALASKA EQUIPE INDUS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