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509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ANSELL BRAZIL LTDA.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99.7%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ANSELL BRAZIL LTDA.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 JUDE MEDICAL BRAS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FASTENAL BRASIL IMPO - SOROCABA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BALASKA EQUIPE INDUS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