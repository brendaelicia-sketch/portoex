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Marco 2026</c:v>
                </c:pt>
                <c:pt idx="1">
                  <c:v>Abril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</c:v>
                </c:pt>
                <c:pt idx="1">
                  <c:v>535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Marco 2026</c:v>
                </c:pt>
                <c:pt idx="1">
                  <c:v>Abril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</c:v>
                </c:pt>
                <c:pt idx="1">
                  <c:v>10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ABRIL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ANSELL BRAZIL LTDA.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Nossa rota e ir alem das
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545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535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98.2%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Marco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+ 543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535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+ 533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98.2%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- 1.8pp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Marco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545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535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98.2%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98.2% - EXCELENTE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(10)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4224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276428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ANSELL BRAZIL LTDA. - SANTO ANDRE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SANTO ANDRE/SP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276943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ST JUDE MEDICAL BRAS - BELO HORIZONTE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BELO HORIZONTE/MG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01/04/2026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277339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CORSUL COMERCIO E RE - CASCAVEL / 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CASCAVEL/PR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08/04/2026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277822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SOVAN EQUIPAMENTOS D - SOROCABA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SOROCABA/SP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277823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SOVAN EQUIPAMENTOS D - SOROCABA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SOROCABA/SP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278728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EXATA CARGO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GUARULHOS/SP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279310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CORSUL COMERCIO E RE - CRICIUMA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CRICIUMA/SC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280014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EXATA CARGO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GUARULHOS/SP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24/04/2026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280070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WILSON SONS LOGISTIC - SANTO ANDRE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SANTO ANDRE/SP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280799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ATIVA DISTRIBUICAO E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PAULO/SP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4389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39901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97.5%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98.3%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98.3%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97.7%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(77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DIMENSIONAL BRASIL S - GARUVA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BUNZL EQUIPAMENTOS P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DIMENSIONAL BRASIL S - SERRA / 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EXATA CARGO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92.6%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FASTENAL BRASIL IMPO - SOROCABA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 EQUIPAMENTOS DE P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NORTEL SUPRIMENTOS I - CAMPINAS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BUNZL EQUIPAMENTOS P - CONTAGEM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CORSUL COMERCIO E RE - SAO JOSE DOS PINHAIS / 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WILSON SONS LOGISTIC - SANTO ANDRE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94.7%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CORSUL COMERCIO E RE - CASCAVEL / 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94.4%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1000 MARCAS SAFETY B - ARACARIGUAMA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NORTEL SUPRIMENTOS I - SERRA / 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BALASKA EQUIPE INDUS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