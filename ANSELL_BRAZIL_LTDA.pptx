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574</c:v>
                </c:pt>
                <c:pt idx="1">
                  <c:v>578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</c:v>
                </c:pt>
                <c:pt idx="1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ANSELL BRAZIL LTDA.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593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578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97.5%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97.5%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28575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276428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ANSELL BRAZIL LTDA. - SANTO ANDRE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SANTO ANDRE/SP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276943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ST JUDE MEDICAL BRAS - BELO HORIZONTE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BELO HORIZONTE/MG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01/04/2026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277339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CASCAVEL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CASCAVEL/PR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08/04/2026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277822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SOVAN EQUIPAMENTOS D - SOROCABA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SOROCABA/SP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277823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SOVAN EQUIPAMENTOS D - SOROCABA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SOROCABA/SP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278070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CAXIAS DO SUL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CAXIAS DO SUL/RS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CAXIAS DO SUL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CAXIAS DO SUL/RS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278728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EXATA CARGO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CRICIUMA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CRICIUMA/SC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EXATA CARGO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WILSON SONS LOGISTIC - SANTO ANDRE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SANTO ANDRE/SP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280138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SAO JOSE DOS PINHAIS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JOSE DOS PINHAIS/PR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SAO JOSE DOS PINHAIS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JOSE DOS PINHAIS/PR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280156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SAO JOSE DOS PINHAIS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JOSE DOS PINHAIS/PR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ATIVA DISTRIBUICAO 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93.7%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91.3%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(85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GARUVA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SERRA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EXATA CARGO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FASTENAL BRASIL IMPO - SOROCABA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 EQUIPAMENTOS DE P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NORTEL SUPRIMENTOS I - CAMPINAS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CONTAGEM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SAO JOSE DOS PINHAIS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NORTEL SUPRIMENTOS I - SERRA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1000 MARCAS SAFETY B - ARACARIGUAMA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WILSON SONS LOGISTIC - SANTO ANDRE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CASCAVEL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FITASSUL COMERCIO DI - ITAJUBA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