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575</c:v>
                </c:pt>
                <c:pt idx="1">
                  <c:v>683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ANSELL BRAZIL LTDA.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704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1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2078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STELLANTIS AUTOMOVEI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BETIM/MG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281313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 JUDE MEDICAL BRAS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281576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FRISA FRIGORIFICO RI - NANUQUE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NANUQUE/MG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281825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CAXIAS DO SUL/RS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283132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CAXIAS DO SUL/RS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CAXIAS DO SUL/RS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MARFRIG GLOBAL FOODS - VARZEA GRANDE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VARZEA GRANDE/MT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781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284609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GRUPO PE DISTRIBUIDO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ELETRONOR - DISTRIBU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BALASKA EQUIPE INDUS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76.5%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