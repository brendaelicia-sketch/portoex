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 RAPIDO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 - AMIGOS TRANS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ITACORDA INDUSTRIA E - PENHA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MAX LONAS E ACESSORI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CONSTRUDECOR S/A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TELECARGAS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TRANSPORTADORA PENHE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FIDELIZA LOGISTICA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W. O. DOS SANTOS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EDSON SILVA NASCIMEN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