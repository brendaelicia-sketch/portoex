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ITACORDA INDUSTRIA E COMERCIO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- 8.2pp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91.8%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(5)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CLODOALDO COM DE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280639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CLODOALDO COM DE ENC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281514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JORTEK EXPRESS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07/05/2026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281845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 OLIVEIRAS DISTRIBU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282484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PRADA PLUS DO BRASIL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(29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BMB MATERIAL DE CONS - SUZANO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FM TRANSPORTES, LOCA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JORTEK EXPRESS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MAX LONAS E ACESSORI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SEVERINO MELO ALVES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DUCORTE FERRAMENTAS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 B DE AGUILAR TRANS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CLODOALDO COM DE ENC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TEMPO REAL TRANSPORT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TRANSPRESS TRANSPORT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 LOG TRANSPORTES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 OLIVEIRAS DISTRIBU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L.S. FERRAMENTAS LTD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