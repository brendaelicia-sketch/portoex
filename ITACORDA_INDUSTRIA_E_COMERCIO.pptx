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ITACORDA INDUSTRIA E COMERCIO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(31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SUZANO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UNI RAPIDO TRANSPORT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 - AMIGOS TRANS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ITACORDA INDUSTRIA E - PENHA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MAX LONAS E ACESSORI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CONSTRUDECOR S/A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VAILOG TRANSPORTES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RAPIDO XAPURI TRANSP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TELECARGAS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TRANSPORTADORA PENHE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FIDELIZA LOGISTICA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W. O. DOS SANTOS ENC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EDSON SILVA NASCIMEN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