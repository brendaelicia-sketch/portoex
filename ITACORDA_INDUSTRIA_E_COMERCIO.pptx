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</c:v>
                </c:pt>
                <c:pt idx="1">
                  <c:v>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ITACORDA INDUSTRIA E COMERCIO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59E0B"/>
                </a:solidFill>
                <a:latin typeface="Calibri"/>
              </a:rPr>
              <a:t>94.7%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94.7%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- 5.3pp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94.7%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94.7% - REGULAR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281514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JORTEK EXPRESS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GUARULHOS/SP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07/05/2026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281845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 OLIVEIRAS DISTRIBU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PAULO/SP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282484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PRADA PLUS DO BRASIL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PAULO/SP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284394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CONSTRUDECOR S/A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GUARULHOS/SP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(34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BMB MATERIAL DE CONS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MAX LONAS E ACESSORI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JORTEK EXPRESS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BMB MATERIAL DE CONS - SUZANO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 B DE AGUILAR TRANS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FM TRANSPORTES, LOCA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SEVERINO MELO ALVES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TEMPO REAL TRANSPORT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ITACORDA INDUSTRIA E - PENHA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DUCORTE FERRAMENTAS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STM TRANSPORTES RODO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CLODOALDO COM DE ENC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RAPIDO XAPURI TRANSP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TRANSPRESS TRANSPORT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