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367</c:v>
                </c:pt>
                <c:pt idx="1">
                  <c:v>267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</c:v>
                </c:pt>
                <c:pt idx="1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ABRIL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HERCULES EQUIPAMENTOS DE PROTE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96.4%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96.4%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- 2.3pp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96.4%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96.4%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276150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WILSON SONS LOGISTIC - SANTO ANDRE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SANTO ANDRE/SP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277933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CAXIAS DO SUL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CAXIAS DO SUL/RS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277934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CAXIAS DO SUL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CAXIAS DO SUL/RS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277942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JOINVILLE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JOINVILLE/SC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278080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INDAIAL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INDAIAL/SC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16/04/2026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278747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RF-BRA TRANSPORTES L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IR NEUTZLING &amp; CIA L - PELOTAS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PELOTAS/RS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279586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BUNZL EQUIPAMENTOS P - CONTAGEM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CONTAGEM/MG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BUNZL EQUIPAMENTOS P - CONTAGEM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CONTAGEM/MG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1000 MARCAS SAFETY B - ARACARIGUAMA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ARACARIGUAMA/SP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91.3%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(51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BUNZL EQUIPAMENTOS P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DIMENSIONAL BRASIL S - GARUVA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EXATA CARGO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NORTEL SUPRIMENTOS I - SERRA / 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 EQUIPAMENTOS DE P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FITASSUL COMERCIO DI - ITAJUBA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DIMENSIONAL BRASIL S - SERRA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ATIVA DISTRIBUICAO E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LUZ TRANSPORTES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WILSON SONS LOGISTIC - SANTO ANDRE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88.9%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1000 MARCAS SAFETY B - ARACARIGUAMA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BUNZL EQUIPAMENTOS P - CONTAGEM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75.0%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NORTEL SUPRIMENTOS I - CAMPINAS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RF-BRA TRANSPORTES L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85.7%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