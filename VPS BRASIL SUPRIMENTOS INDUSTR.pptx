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VPS BRASIL SUPRIMENTOS INDUSTR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VPS BRASIL SUPRIMENT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