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Maio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Maio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MERIDIAN DISTRIBUIDORA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SUPRA ALIMENTOS E BE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MERIDIAN DISTRIBUIDO - ITAQUAQUECETUBA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CASA SAO BENTO LANCH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LTP COMERCIO DE VINH - ITATIBA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O. S. J. COMERCIO DE - SAO JOSE DOS CAMPOS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CARAVAGGIO WINE BOUT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RENATO BOZZINI CARLU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RESTAURANTES CAMBUI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ROBERTO FULANETE - INDAIATUBA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DAS PEDRAS COM D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SOL NATAL TRANSPORTE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TAU SOFTWARE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TUANA RAFAELA DE SOU - INDAIATUBA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VINHO ATE VOCE LTDA. - CAMPOS DO JORDAO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