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MERIDIAN DISTRIBUIDORA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- 33.3pp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66.7%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CASA SAO BENTO LANCH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CASA SAO BENTO LANCH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TUANA RAFAELA DE SOU - INDAIATUBA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VINHO ATE VOCE LTDA. - CAMPOS DO JORDAO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