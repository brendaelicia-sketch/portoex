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STRATUS COMERCIAL TEXTIL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66.7%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- 30.8pp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66.7%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FABRICA DE ELASTICOS - PEDREIRA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PEDREIRA/SP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EXPRESSO RODOVIARIO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STC SERVICOS DE TRAN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EXPRESSO RODOVIARIO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BRASMART INDUSTRIA D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CENTOPE INDUSTRIA DE - CERQUILHO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FABRICA DE ELASTICOS - PEDREIRA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JTM IND E COM DE VES - BLUMENAU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 PAULISTA DE C - OSASCO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STC SERVICOS DE TRAN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STRATUS COMERCIAL 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