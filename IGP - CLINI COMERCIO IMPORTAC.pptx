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81</c:v>
                </c:pt>
                <c:pt idx="1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IGP - CLINI COMERCIO, IMPORTAC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83.3%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 Entregas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- 14.3pp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83.3% - ATENCAO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280764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RICARDO FRANCIO ME - VIDEIRA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VIDEIRA/SC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AK VASCONCELOS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CARBON COMERCIO DE B - CRICIUMA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CASTRO&amp;LIN MANUT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IGP - CLINI COMERCIO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MARCELO MOSER - BLUMENAU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RICARDO FRANCIO ME - VIDEIRA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