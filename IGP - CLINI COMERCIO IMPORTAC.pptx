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IGP - CLINI COMERCIO, IMPORTAC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- 0.6pp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97.6%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VR7 CICLES LTDA - LAGES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LAGES/SC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FELIPE MARANGONU ME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 PONCHEKI - ME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CARBON COMERCIO DE B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AK VASCONCELOS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SF BIKES - INDAIAL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CICLES HOFFMANN COME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FAN BIKES LTDA - SAO JOAO BATISTA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IGP-CLINI COM IMP EX - INDAIATUBA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CICLO EVO IMPORTACAO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COLINA BIKES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BIKE XTREME COMERCIO - TUBARAO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DEMARCHI S BIKE SHOP - SAO BENTO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SMILE CICLES COMERCI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