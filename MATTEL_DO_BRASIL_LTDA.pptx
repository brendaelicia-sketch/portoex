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VARZEA GRANDE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IBIPORA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FIORELO PEGORARO COM - JOACABA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SANTA CRUZ COM ATAC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 JAUER BRINQ M E - GARIBALDI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JOACABA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J R DOS SANTOS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PEGORARO DEYCON COM - PASSO FUNDO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MAGAZINE LUIZA S/A - ARAUCARIA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