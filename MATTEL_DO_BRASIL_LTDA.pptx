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</c:v>
                </c:pt>
                <c:pt idx="1">
                  <c:v>129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MATTEL DO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 HAPPY BRINQUEDOS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283602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PBKIDS BRINQUEDOS LT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CURITIBA/PR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 HAPPY BRINQUEDOS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MATTEL DO BRASIL LTD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 HAPPY BRINQUEDOS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AMAZONSERVICOS DE VA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COMERCIO DE MEDICAME - GRAVATAI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 HAPPY BRINQUEDOS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 HAPPY BRINQUEDOS - VILA VELHA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CIA ZAFFARI COM IND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 VAR DO B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GSW UTENSILIOS LTDA - MONTENEGRO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PBKIDS BRINQUEDOS LT - UBERLANDIA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PBKIDS BRINQUEDOS LT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