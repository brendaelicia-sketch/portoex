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77</c:v>
                </c:pt>
                <c:pt idx="1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</c:v>
                </c:pt>
                <c:pt idx="1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- 0.4pp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98.3%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MARINA BRINQUEDOS EI - SAO MATEUS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MATEUS/ES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ML BRINQUEDOS E PAPE - ARACRUZ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VARZEA GRANDE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IBIPORA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CUIABA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FIORELO PEGORARO COM - JOACABA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SANTA CRUZ COM ATAC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J R DOS SANTOS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