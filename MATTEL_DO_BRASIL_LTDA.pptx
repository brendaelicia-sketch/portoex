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</c:v>
                </c:pt>
                <c:pt idx="1">
                  <c:v>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+ 0.9pp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281522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BETIM/MG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(53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AMAZONSERVICOS DE VA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COMERCIO DE MEDICAME - GRAVATAI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GSW UTENSILIOS LTDA - MONTENEGRO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T14 COM BRINQ ACESS - FOZ DO IGUACU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SUPER MIX COM BRINQ - CUIABA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SUPER MIX COM DE BRI - CUIABA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CUIABA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ZAFFARI COM IND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T14 COM BRINQ ACES E - LONDRINA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