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Sheet1!$A$2:$A$2</c:f>
              <c:strCache>
                <c:ptCount val="1"/>
                <c:pt idx="0">
                  <c:v>Abril 2026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MATTEL DO BRASIL LTDA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Nossa rota e ir alem das 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98.3%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9067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98.3% - EXCELENTE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(2)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MARINA BRINQUEDOS EI - SAO MATEUS / 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MATEUS/ES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279218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ML BRINQUEDOS E PAPE - ARACRUZ / 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ARACRUZ/ES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(61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VARZEA GRANDE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AMAZONSERVICOS DE VA - BRASILIA / 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IBIPORA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CIA ZAFFARI COM IND - PORTO ALEGRE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CUIABA / MT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RI HAPPY BRINQUEDOS - GOIANIA / GO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DEYCON COM E DISTRIB - SAO JOSE DOS PINHAIS / PR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FIORELO PEGORARO COM - JOACABA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SANTA CRUZ COM ATAC - BRASILIA / DF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BETIM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AMAZON SERVICOS DE V - NOVA SANTA RITA / RS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FABIO J R DOS SANTOS - CURITIBA / 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MATTEL DO BRASIL LTD - NAVEGANTES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