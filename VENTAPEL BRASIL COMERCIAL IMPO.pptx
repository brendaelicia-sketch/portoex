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VENTAPEL BRASIL COMERCIAL IMPO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64.7%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64.7%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- 35.3pp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64.7%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64.7%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4571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516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03/04/2026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277749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03/04/2026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278470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278691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CABO DE SANTO AGOSTINHO 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CABO DE SANTO AGOSTINHO/PE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279272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BETIM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BETIM/MG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280636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281204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CAJAMAR/SP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(14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CABO DE SANTO AGOSTINHO 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SAO JOAO DE MERITI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JABOATAO DOS GUARARAPES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FORTALEZA / 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BAYEUX / PB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BETIM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VIANA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NOVA SANTA RITA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APEX LATIN AMERICA I - CAMPO MAGRO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MCCAIN DO BRASIL ALI - ARAXA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