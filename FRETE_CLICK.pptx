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FRETE CLICK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90.3%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90.3%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90.3%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90.3%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90.3%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CRISTIANE FERNANDES - GUARUJA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GUARUJA/SP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JULIANA DOS SANTOS S - TABOAO DA SERRA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TABOAO DA SERRA/SP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VIVIAN CHRISTINA MIC - OSASCO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OSASCO/SP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(31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ANTARES CLUB SA HOTE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CAMILA HOFFMANN - BIGUACU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CONCEPT MOBILITY SER - BARUERI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CONDOMINIO PERINI BU - JOINVILLE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CONDOMINIO PODIUM VI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CONJUNTO RESIDENCIAL - SAO BERNARDO DO CAMPO /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COROVA ROCHA SERVICO - BALNEARIO CAMBORIU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CRISTIANE FERNANDES - GUARUJA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DEBORA CRISTINA GONC - SAO BERNARDO DO CAMPO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DEBORA MURTA LANA - SANTANA DE PARNAIBA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EUNICE TERESINHA DA - SAO JOSE DOS CAMPOS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GEOVANE FARIA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GREICE PIOTROVSKI - BARUERI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HELEN CRISTINA MADEI - CUBATAO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