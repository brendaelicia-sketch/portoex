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Sheet1!$A$2:$A$2</c:f>
              <c:strCache>
                <c:ptCount val="1"/>
                <c:pt idx="0">
                  <c:v>Maio 2026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Sheet1!$A$2:$A$2</c:f>
              <c:strCache>
                <c:ptCount val="1"/>
                <c:pt idx="0">
                  <c:v>Maio 2026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FRETE CLICK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65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92.3%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92.3%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92.3%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+ 0.0pp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92.3%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92.3%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(5)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282853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CRISTIANE FERNANDES - GUARUJA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GUARUJA/SP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283021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JULIANA DOS SANTOS S - TABOAO DA SERRA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TABOAO DA SERRA/SP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283121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VIVIAN CHRISTINA MIC - OSASCO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OSASCO/SP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285197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FLAVIO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285209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GABRIEL ANTONIO SERA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(65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047817ELIANI APARECI - SAO JOAO BATISTA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ANA CAROLINA VIANNA - SANTANA DE PARNAIBA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ANTARES CLUB SA HOTE - FLORIANOPOLIS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AY MANUTENCAO INDUST - BARUERI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CAMILA HOFFMANN - BIGUACU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COMPENSADOS NOVO MIL - BALNEARIO CAMBORIU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CONCEPT MOBILITY SER - BARUERI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CONDOMINIO EDIFICIOS - SANTOS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CONDOMINIO HORIZONTE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CONDOMINIO PERINI BU - JOINVILLE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CONDOMINIO PODIUM VI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CONJUNTO RESIDENCIAL - SAO BERNARDO DO CAMPO /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COROVA ROCHA SERVICO - BALNEARIO CAMBORIU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CRISTIANE FERNANDES - GUARUJA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