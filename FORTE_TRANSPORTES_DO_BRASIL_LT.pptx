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370</c:v>
                </c:pt>
                <c:pt idx="1">
                  <c:v>357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FORTE TRANSPORTES DO BRASIL 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- 0.6pp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98.9%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BMQ AUTOMOVEIS LTDA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BELO HORIZONTE/MG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279635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 - RIBEIRAO PRETO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RIBEIRAO PRETO/SP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BMQ AUTOMOVEIS LTDA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BELO HORIZONTE/MG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280978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 - RIBEIRAO PRETO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RIBEIRAO PRETO/SP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(25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DUO SP COMERCIO DE V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LTDA.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BMQ AUTOMOVEIS LTDA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LTDA. - PORTO ALEGRE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LIA E ANNETTE INDUST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LTDA.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BCLV COMERCIO DE VEI - GOIANIA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CENTRO TECNICO DE VE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BCLV COMERCIO DE VEI - BRASILIA / 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LTDA. - CAMPINAS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LTDA. - MARINGA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 - RIBEIRAO PRETO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