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360</c:v>
                </c:pt>
                <c:pt idx="1">
                  <c:v>357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- 1.1pp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283317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RIBEIRAO PRETO/SP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285038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CURITIBA/PR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285409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FORTE ARMAZENS GERAI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PORSCHER BRASIL IMPO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BL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