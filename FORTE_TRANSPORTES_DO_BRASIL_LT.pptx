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Abril 2026</c:v>
                </c:pt>
                <c:pt idx="1">
                  <c:v>Maio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359</c:v>
                </c:pt>
                <c:pt idx="1">
                  <c:v>200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Abril 2026</c:v>
                </c:pt>
                <c:pt idx="1">
                  <c:v>Maio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</c:v>
                </c:pt>
                <c:pt idx="1">
                  <c:v>17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MAIO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FORTE TRANSPORTES DO BRASIL 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Nossa rota e ir alem das
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217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200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17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59E0B"/>
                </a:solidFill>
                <a:latin typeface="Calibri"/>
              </a:rPr>
              <a:t>92.2%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- 143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359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- 159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99.7%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92.2%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- 7.5pp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99.7%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92.2%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92.2% - REGULAR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(17)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2540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540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280872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MRH VEICULOS LTDA.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PAULO/SP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05/05/2026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40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281230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LIA E ANNETTE INDUST - RIO DE JANEIRO / RJ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RIO DE JANEIRO/RJ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06/05/2026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540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281291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MRH VEICULOS LTDA - RIO DE JANEIRO / RJ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RIO DE JANEIRO/RJ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06/05/2026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40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281633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MRH VEICULOS LTDA. - PORTO ALEGRE / 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PORTO ALEGRE/RS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07/05/2026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540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281808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MRH VEICULOS LTDA.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PAULO/SP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06/05/2026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40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282028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FORTE LOGISTICA - ITAJAI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ITAJAI/SC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540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282179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BMQ AUTOMOVEIS LTDA - BELO HORIZONTE / 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BELO HORIZONTE/MG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40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282365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CENTRO TECNICO DE VE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PAULO/SP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08/05/2026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540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282369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DUO SP COMERCIO DE V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PAULO/SP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08/05/2026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40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282370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PORSCHER BRASIL IMPO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PAULO/SP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08/05/2026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540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282372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MRH VEICULOS LTDA.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PAULO/SP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08/05/2026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40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282373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CENTRO TECNICO DE VE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PAULO/SP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08/05/2026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540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282374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DUO SP COMERCIO DE V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PAULO/SP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08/05/2026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40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282882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BMQ AUTOMOVEIS LTDA - BELO HORIZONTE / 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BELO HORIZONTE/MG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18/05/2026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540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282915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BMQ AUTOMOVEIS LTDA - BELO HORIZONTE / 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BELO HORIZONTE/MG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18/05/2026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40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283081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MRH VEICULOS LTDA. - FLORIANOPOLIS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FLORIANOPOLIS/SC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15/05/2026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540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283317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LIA E ANNETTE INDUST - RIO DE JANEIRO / RJ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RIO DE JANEIRO/RJ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19/05/2026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91.3%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Regular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93.5%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Regular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RJ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85.7%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Regular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76.9%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90.9%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Regular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DF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(24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DUO SP COMERCIO DE V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92.0%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Regular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MRH VEICULOS LTDA.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81.2%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MRH VEICULOS - CURITIBA / 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BCLV COMERCIO DE VEI - GOIANIA / GO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BMQ AUTOMOVEIS LTDA - BELO HORIZONTE / 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76.9%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MRH VEICULOS LTDA. - FLORIANOPOLIS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92.3%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Regular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LIA E ANNETTE INDUST - RIO DE JANEIRO / RJ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81.8%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CENTRO TECNICO DE VE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81.8%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MRH VEICULOS LTDA. - PORTO ALEGRE / 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90.9%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Regular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MRH VEICULOS LTDA. - MARINGA / 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MRH VEICULOS LTDA - RIBEIRAO PRETO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PORSCHER BRASIL IMPO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90.9%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Regular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MRH VEICULOS LTDA - RIO DE JANEIRO / RJ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Regular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MRH VEICULOS LTDA BL - BLUMENAU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