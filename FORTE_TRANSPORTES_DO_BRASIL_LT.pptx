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281</c:v>
                </c:pt>
                <c:pt idx="1">
                  <c:v>360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Maio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22</c:v>
                </c:pt>
                <c:pt idx="1">
                  <c:v>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FORTE TRANSPORTES DO BRASIL 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360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99.7%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+ 79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+ 7.0pp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99.7%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(1)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76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279635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 - RIBEIRAO PRETO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RIBEIRAO PRETO/SP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99.3%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(25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DUO SP COMERCIO DE V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BMQ AUTOMOVEIS LTDA - BELO HORIZONTE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PORTO ALEGRE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LIA E ANNETTE INDUST - RIO DE JANEIRO / RJ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- CURITIBA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FLORIANOPOLIS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BCLV COMERCIO DE VEI - GOIANIA / 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CENTRO TECNICO DE VE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 - RIO DE JANEIRO / RJ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BCLV COMERCIO DE VEI - BRASILIA / 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CAMPINAS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LTDA. - MARINGA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MRH VEICULOS LTDA - RIBEIRAO PRETO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93.3%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