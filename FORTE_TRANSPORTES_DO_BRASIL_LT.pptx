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199</c:v>
                </c:pt>
                <c:pt idx="1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17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FORTE TRANSPORTES DO BRASIL 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+ 7.6pp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99.7%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RIBEIRAO PRETO/SP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LIA E ANNETTE INDUST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CENTRO TECNICO DE VE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MARINGA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