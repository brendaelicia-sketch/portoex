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</c:v>
                </c:pt>
                <c:pt idx="1">
                  <c:v>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(47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LIGHT ENGINE ILUMINA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SHPY COMERCIO DE MAT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WIK S PERSONALIZADOS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HAVAN LOJAS DE DEPAR - BARRA VELHA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RITA BENETTI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CARLOS EDUARDO CORRE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CLECI BORGES DE OLIV - JARAGUA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COTESA ENGENHARIA LT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COMANDO 14A BRIGADA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ANTROPOCENO ENGENHAR - PALHOCA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BIO MEDS PHARMACEUTI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