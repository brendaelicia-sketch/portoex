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PORTOEX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(47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LIGHT ENGINE ILUMINA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SHPY COMERCIO DE MAT - NAVEGANTES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FF DO BRASIL COMERCI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WIK S PERSONALIZADOS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ANDRA S A ELECTRIC S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HAVAN LOJAS DE DEPAR - BARRA VELHA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ANA RITA BENETTI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CARLOS EDUARDO CORRE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CLECI BORGES DE OLIV - JARAGUA DO SUL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COTESA ENGENHARIA LT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COMANDO 14A BRIGADA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ANDRA S A ELECTRIC S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ANTROPOCENO ENGENHAR - PALHOCA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BIO MEDS PHARMACEUTI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