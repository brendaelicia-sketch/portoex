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84</c:v>
                </c:pt>
                <c:pt idx="1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PORTOEX 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95.7%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- 4.3pp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95.7%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285274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LM DISTRIBUIDORA DE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(19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LIGHT ENGINE ILUMINA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FF DO BRASIL COMERCI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SUPERMERCADOS ARCHER - BRUSQUE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D&amp;D DISTRIBUIDOR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ANDRA S A ELECTRIC S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237482 - COMERCIO DE - SAO JOSE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FARMALAN COMERCIO DE - POMERODE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GARTRAN LOGISTICA DE - JARAGUA DO SUL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HAVAN LOJAS DE DEPAR - BARRA VELHA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HAVAN S.A - BARRA VELHA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EMPRESA BRASILEIRA D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LEONI MULLER - NAVEGANTES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LM DISTRIBUIDORA DE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MORITZ ACADEMY LTDA - BIGUACU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