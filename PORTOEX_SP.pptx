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SHPY COMERCIO DE MAT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WIK S PERSONALIZADOS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RITA BENETTI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CARLOS EDUARDO CORRE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CLECI BORGES DE OLIV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COMANDO 14A BRIGADA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COTESA ENGENHARIA LT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63.492.708 JAQUELINE - BALNEARIO PICARRAS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ANTROPOCENO ENGENHAR - PALHOCA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BIO MEDS PHARMACEUTI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