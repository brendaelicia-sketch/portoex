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FF DO BRASIL COMERCIAL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76.7%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ADM COMERCIO E ATACA - CARAPICUIBA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CARAPICUIBA/SP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282376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AUTOPECAS MANCHA CAR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FF DO BRASIL COMERCI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TREVAO RIO PRETO-COM - SAO JOSE DO RIO PRETO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 RIO PRETO/SP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W DISTRIBUIDORA LT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OSASCO/SP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DISTRIBUIDORA LTD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CAMPINAS/SP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FF DO BRASIL COMERCI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DISTRIBUIDORA LTD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MERCADOCAR MERCANTIL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W DISTRIBUIDORA LT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W DISTRIBUIDORA LT - OSASCO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FF DO BRASIL COMERCI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GIRORAPIDO COM DE PE - RIBEIRAO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ADM COMERCIO E ATACA - CARAPICUIBA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DIJO COMERCIO DE AUT - SAO JOSE DO RIO PRETO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AUTOPECAS MANCHA CAR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RIBEIRAO P - RIBEIRAO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PIRACICABA - PIRACICABA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 LTDA - SA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 LTDA - SA - SAO JOSE DOS CAMPOS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