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</c:v>
                </c:pt>
                <c:pt idx="1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PORTOEX 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Calibri"/>
              </a:rPr>
              <a:t>88.9%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88.9%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- 9.9pp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88.9%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88.9%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D&amp;D DISTRIBUIDOR - BRUSQUE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BRUSQUE/SC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(8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HAVAN LOJAS DE DEPAR - BARRA VELHA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237482 - COMERCIO DE - SAO JOSE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D&amp;D DISTRIBUIDOR - BRUSQUE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FARMALAN COMERCIO DE - POMERODE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HAVAN S.A - BARRA VELHA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LEONI MULLER - NAVEGANTES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LUANA MORAES DOS SAN - BOMBINHAS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TIAGO LOPES DAVILA - FLORIANOPOLIS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