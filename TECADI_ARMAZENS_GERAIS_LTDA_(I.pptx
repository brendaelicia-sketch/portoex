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TECADI ARMAZENS GERAIS LTDA (I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MINASFAST TECNOLOGIA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GMX TECNOLOGIA E SER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LONDRINA L - LONDRINA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VIP REPAIR CENTER AS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FIX IT ASSISTENCIA E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GLOBAL EXPRESS ASSIS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EXCELLENCE ELETRODOM - ARAPONGAS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ELETRORARO COM DE EL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KNOLL REPARACAO E MA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 CELL COMERCIO E SE - DUQUE DE CAXIAS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LUCIANO MUMBACH ELET - CERRO LARGO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INFINITY ASSISTENCIA - JUIZ DE FORA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CLIMATIZAC - TUBARAO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COLD SUMMER SOLUCOES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