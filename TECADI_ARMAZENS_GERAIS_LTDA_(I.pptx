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47</c:v>
                </c:pt>
                <c:pt idx="1">
                  <c:v>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TECADI ARMAZENS GERAIS LTDA (I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94.7%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- 5.3pp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94.7%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(5)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INFINITY ASSISTENCIA - JUIZ DE FORA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JUIZ DE FORA/MG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282649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ABECOM ROLAMENTOS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IRSA ROLAMENTOS S/A - SANTO ANDRE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SANTO ANDRE/SP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282683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ENCOPEL COMERCIO DE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282987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ENCOPEL COMERCIO DE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(19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ABECOM ROLAMENTOS 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ENCOPEL COMERCIO DE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IRSA ROLAMENTOS S/A - SANTO ANDRE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NORPEM COMERCIAL LTD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BEM ESTAR LONDRINA L - LONDRINA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VIP REPAIR CENTER AS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ELETRORARO COM DE EL - BELO HORIZONTE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TXM VITORIA LTDA - VITORIA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GLOBAL EXPRESS ASSIS - UBERLANDIA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INFINITY ASSISTENCIA - JUIZ DE FORA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FIX IT ASSISTENCIA E - PORTO ALEGRE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LUCIANO MUMBACH ELET - CERRO LARGO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COLD SUMMER SOLUCOES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GMX TECNOLOGIA E SER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