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TECADI ARMAZENS GERAIS LTDA (I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93.5%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93.5%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- 6.5pp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93.5%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93.5%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(3)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277529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MINASFAST TECNOLOGIA - CONTAGEM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CONTAGEM/MG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278711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FIX IT ASSISTENCIA E - PORTO ALEGRE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 ALEGRE/RS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ELETRORARO COM DE EL - BELO HORIZONTE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BELO HORIZONTE/MG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BEM ESTAR LONDRINA L - LONDRINA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MINASFAST TECNOLOGIA - CONTAGEM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VIP REPAIR CENTER AS - CURITIBA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EXCELLENCE ELETRODOM - ARAPONGAS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GMX TECNOLOGIA E SER - RIO DE JANEIRO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GLOBAL EXPRESS ASSIS - UBERLANDIA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FIX IT ASSISTENCIA E - PORTO ALEGRE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KNOLL REPARACAO E MA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ELETRORARO COM DE EL - BELO HORIZONTE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 CELL COMERCIO E SE - DUQUE DE CAXIAS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INFINITY ASSISTENCIA - JUIZ DE FORA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LUCIANO MUMBACH ELET - CERRO LARGO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COLD SUMMER SOLUCOES - RIO DE JANEIRO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GROUP GLOBAL LTDA - MONTES CLAROS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