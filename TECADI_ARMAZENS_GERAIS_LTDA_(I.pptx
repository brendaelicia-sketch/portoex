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114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TECADI ARMAZENS GERAIS LTDA (I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- 4.2pp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95.8%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ABECOM ROLAMENTOS 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IRSA ROLAMENTOS S/A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ENCOPEL COMERCIO DE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ENCOPEL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RAFAELA PARISI KNOLL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JOINVILLE/SC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(22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ABECOM ROLAMENTOS 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ENCOPEL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IRSA ROLAMENTOS S/A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LONDRINA L - LONDRINA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NORPEM COMERCIAL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 REPAIR CENTER AS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INFINITY ASSISTENCIA - JUIZ DE FORA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FIX IT ASSISTENCIA E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ELETRORARO COM DE EL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GMX TECNOLOGIA E SER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EXCELLENCE ELETRODOM - ARAPONGAS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COLD SUMMER SOLUCOES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MINASFAST TECNOLOGIA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LUCIANO MUMBACH ELET - CERRO LARGO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