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VTEX INDUSTRIA E COM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RENDAS ACACIA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INDUSTRIA DE MEIAS S - ITU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REAL ESPECIALIDADES - PEDREIRA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TEXFILO INDUSTRIA E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