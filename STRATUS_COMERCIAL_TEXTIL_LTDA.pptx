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STRATUS COMERCIAL TEXTIL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- 0.1pp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VTEX INDUSTRIA E COM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BLUMENAU/SC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279369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MALHAS MENEGOTTI IND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JARAGUA DO SUL/SC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DANESI LTDA - JANDIRA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RENDAS ACACIA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 ITAPIRENS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ELASFIL DO BRASIL LT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 TRICCOT CONF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INDUSTRIA DE MEIAS S - ITU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REAL ESPECIALIDADES - PEDREIRA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ESTILO J G CONFECCOE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BRASPRESS TRANSPORTE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TEXFILO INDUSTRIA E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