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STRATUS COMERCIAL TEXTIL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79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97.5%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VTEX INDUSTRIA E COM - BLUMENAU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BLUMENAU/SC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279369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MALHAS MENEGOTTI IND - JARAGUA DO SUL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JARAGUA DO SUL/SC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(48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CAJADAN TEXTIL LTDA.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TEXTIL DANESI LTDA - JANDIRA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TEXTIL RENDAS ACACIA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TRANSPORTE ITAPIRENS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STRATUS COMERCIAL TE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ELASFIL DO BRASIL LT - SUZANO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STRATUS COMERCIAL TE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 TRICCOT CONF LTDA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INDUSTRIA DE MEIAS S - ITU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REAL ESPECIALIDADES - PEDREIRA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ESTILO J G CONFECCOE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BRASPRESS TRANSPORTE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RAFAEL PAULISTA DE C - OSASCO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TEXFILO INDUSTRIA E - AMERICANA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