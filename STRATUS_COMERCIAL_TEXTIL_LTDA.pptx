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</c:v>
                </c:pt>
                <c:pt idx="1">
                  <c:v>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STRATUS COMERCIAL TEXTIL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98.4%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+ 0.9pp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98.4%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98.4%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FAKINI MALHAS LTDA - POMERODE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POMERODE/SC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07/05/2026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(44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CAJADAN TEXTIL LTDA.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STRATUS COMERCIAL TE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EXPRESSO RODOVIARIO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RAFAEL PAULISTA DE C - OSASCO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TRANSPORTE ITAPIRENS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 TRICCOT CONF LTDA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REZI TEXTIL LTDA. - BRUSQUE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TEXTIL DANESI LTDA - JANDIRA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FAKINI MALHAS LTDA - POMERODE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BRASMART INDUSTRIA D - BLUMENAU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EVIDENCIA INDUSTRIA - BLUMENAU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CENTOPE INDUSTRIA DE - CERQUILHO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ESTILO J G CONFECCOE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ELASFIL DO BRASIL LT - SUZANO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