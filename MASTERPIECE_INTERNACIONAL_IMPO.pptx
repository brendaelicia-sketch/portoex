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MASTERPIECE INTERNACIONAL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RP DISTRIBUICAO E RE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AMANDA DE LEMOS VASC - RECIFE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BRUNO MUNOZ - ENJOY - PELOTAS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BELLI ROOTS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DOS HERMANOS COMERCI - DIADEMA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GUSMAO PRESENTES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IMNUNES ARTIGOS NACI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DANILO DE SOUZA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J&amp;CIA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JAIR PAES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LCG DISTRIBUIDORA LT - BALNEARIO CAMBORIU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JP COMERCIO EXTERIOR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MARCELO FREIRE - VINHEDO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MARCELO WILSON THEOC - ITU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