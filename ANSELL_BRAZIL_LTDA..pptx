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ANSELL BRAZIL LTDA.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815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- 2.7pp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97.3%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ANSELL BRAZIL LTDA.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276943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 JUDE MEDICAL BRAS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CASCAVEL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CASCAVEL/PR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277822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SOVAN EQUIPAMENTOS D - SOROCABA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SOROCABA/SP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SOVAN EQUIPAMENTOS D - SOROCABA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SOROCABA/SP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278070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278728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CRICIUMA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CRICIUMA/SC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ATIVA DISTRIBUICAO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93.5%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(78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FASTENAL BRASIL IMPO - SOROCABA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 EQUIPAMENTOS DE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CONTAGEM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1000 MARCAS SAFETY B - ARACARIGUAMA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CASCAVEL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BALASKA EQUIPE INDUS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