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253</c:v>
                </c:pt>
                <c:pt idx="1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SAMSONITE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Nossa rota e ir alem das
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39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96.2%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5866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 Entregas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- 228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- 3.0pp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96.2%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96.2%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281404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GUILHERME MANOEL MAG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05/05/2026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(18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SAMSONITE BRASIL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DUFRY DO BRASIL DUTY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SAS NORTE ARTIGOS DE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SAAM PAULISTA ARTIGO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SATE BALNEA ARTIGOS - BALNEARIO CAMBORIU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GIOVANA S. VIEIRA CO - CAMPINAS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NAMASTE SERVICOS LTD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GUILHERME MANOEL MAG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LUCIANA MARTINEZ HIL - SAO CARLOS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INOVATHI PARTICIPACO - SAO ROQUE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 PRAIA ARTIGOS DE - SANTOS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PATRICIA S. VIEIRA C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NOVA TK CENTER COURO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SAMITT JARDIM ARTIGO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