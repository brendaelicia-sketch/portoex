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142</c:v>
                </c:pt>
                <c:pt idx="1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Marco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MATTEL DO BRASIL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(55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AMAZONSERVICOS DE VA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DEYCON COM E DISTRIB - VARZEA GRANDE / 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BETIM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DEYCON COM E DISTRIB - IBIPORA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DEYCON COM E DISTRIB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FIORELO PEGORARO COM - JOACABA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MAGAZINE LUIZA S/A - ARAUCARIA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SANTA CRUZ COM ATAC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 JAUER BRINQ M E - GARIBALDI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FABIO J R DOS SANTOS - CURITIBA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CIA ZAFFARI COM IND - PORTO ALEGRE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MATTEL DO BRASIL LTD - NAVEGANTES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PEGORARO DEYCON COM - PASSO FUNDO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DEYCON COM E DISTRIB - JOACABA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