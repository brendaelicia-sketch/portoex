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</c:v>
                </c:pt>
                <c:pt idx="1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MATTEL DO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- 8.3pp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BNA COMERCIO BRINQUE - CAMPO GRANDE /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CAMPO GRANDE/MS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COMERCIO DE MEDICAME - GRAVATAI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GRAVATAI/RS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NOVA SANTA RITA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T14 COM BRINQ ACESS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 ZAFFARI COM IND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RIBEIRAO DAS NEVES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AMAZONSERVICOS DE VA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BNA COMERCIO BRINQUE - CAMPO GRANDE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BIANCA N.O. ACORSE E - CAMPO GRANDE /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GSW UTENSILIOS LTDA - MONTENEGRO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COMERCIO DE MEDICAME - GRAVATAI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SMP COMERCIO BRINQUE - CAMPO GRANDE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T14 - COMERCIO DE BR - ALMIRANTE TAMANDARE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T14 COM BRINQ A RECR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MATTEL DO BRASIL LTD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T14 COM BRINQ ACES E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