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22</c:v>
                </c:pt>
                <c:pt idx="1">
                  <c:v>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ACQUA SOLAR COMERCIO DE EQUIPA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89.7%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89.7%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FELIPE LEITHARDT FAG - PASSO FUNDO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PASSO FUNDO/RS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281795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LUDIERO ADRIANO RAMI - SANTA ROSA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SANTA ROSA/RS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MEIO CONGELADO LTDA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282514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SAFEVOLT ENERGY LTDA - IRACEMINHA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IRACEMINHA/SC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(36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BRASIL SUL DISTRIBUI - CASCAVEL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GREENCITY ADMINISTRA - MARINGA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SIMOLDES ACOS BRASIL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ANGULO45 EMPREENDIME - OEIRAS / PI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CAETANO PILOTTO DIEH - ERECHIM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ANTONIO CARLOS LEAL - PORTO FERREIRA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COMERCIAL ELETRICA D - CASCAVEL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CAMBOTA SUPERMERCADO - BARAO DE COCAIS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CRISTA MARIA PROCHNO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DARLAN SCHLICKMANN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DEUSDELIO GONCALVES - CORDEIRO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CHARLES RODRIGO DE A - CAMPOS DOS GOYTACAZES / 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DOUGLAS DOS SANTOS B - SAO MIGUEL DO OESTE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DUOC ARQUITETURA E E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