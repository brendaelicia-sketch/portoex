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ACQUA SOLAR COMERCIO DE EQUIPA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+ 14.8pp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TIAGO WYSOCZNSKI - GUARANIACU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GUARANIACU/PR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278980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CIANORTE/PR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ACQUA SOLAR COMERCIO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ALVES DA SIL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CENERGY SOLAR TECNOL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 MICHAEL PETRON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CORSOLAR CORDEIRO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CUESTA SOLAR ENERGIA - BOTUCATU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ERICLEIA APARECIDA D - SANTA FE DO SUL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FABIANO OTONE BOCCHI - ERECHIM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MATIAS DOS SAN - BADY BASSITT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GUILHERME GRIMALDI - JUNDIAI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LUANA FERREIRA VAZ - MUNDO NOVO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MACDOVEL PASSOS DA S - DUQUE DE CAXIAS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MATHEUS DA SILVA VEL - NAVIRAI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