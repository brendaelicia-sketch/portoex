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ACQUA SOLAR COMERCIO DE EQUIPA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76.9%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76.9%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- 14.8pp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76.9%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76.9%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FELIPE LEITHARDT FAG - PASSO FUNDO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PASSO FUNDO/RS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281795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LUDIERO ADRIANO RAMI - SANTA ROSA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SANTA ROSA/RS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MEIO CONGELADO LTDA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282514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SAFEVOLT ENERGY LTDA - IRACEMINHA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IRACEMINHA/SC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SIMOLDES ACOS BRASIL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DOS PINHAIS/PR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282721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SIMOLDES ACOS BRASIL - SAO JOSE DOS PINHAIS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DOS PINHAIS/PR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(25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SIMOLDES ACOS BRASIL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BRASIL SUL DISTRIBUI - CASCAVEL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CAETANO PILOTTO DIEH - ERECHIM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CORSOLAR CORDEIRO CA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CRISTA MARIA PROCHNO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DARLAN SCHLICKMANN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DEUSDELIO GONCALVES - CORDEIRO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EDER TEIXEIRA - PEROLA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ANTONIO CARLOS LEAL - PORTO FERREIRA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EVERALDO SANTANA - SAPIRANGA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FELIPE LEITHARDT FAG - PASSO FUNDO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GUILHERME MAIONI PAN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GREENCITY ADMINISTRA - MARINGA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JOAO MARQUES RODRIGU - GUAIRA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