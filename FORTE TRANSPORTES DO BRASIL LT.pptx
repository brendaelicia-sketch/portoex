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357</c:v>
                </c:pt>
                <c:pt idx="1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FORTE TRANSPORTES DO BRASIL 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- 1.5pp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97.4%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DUO SP COMERCIO DE V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BMQ AUTOMOVEIS LTDA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BCLV COMERCIO DE VEI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BCLV COMERCIO DE VEI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- RIBEIRAO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CENTRO TECNICO DE VE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LTDA.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MRH VEICULOS LTDA BL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DENER MOTORSPORT PRO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LIA E ANNETTE INDUST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