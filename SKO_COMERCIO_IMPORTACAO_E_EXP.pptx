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247</c:v>
                </c:pt>
                <c:pt idx="1">
                  <c:v>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SKO COMERCIO, IMPORTACAO E 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87.1%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- 4.7pp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87.1%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19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24063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LAURENTIZ - COMERCIO - JABOTICABAL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JABOTICABAL/SP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INLUX CALCADOS LTDA - ASSIS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ASSIS/SP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VICTORIA GUARIEN - NEVES PAULISTA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NEVES PAULISTA/SP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MARIA L. G. ALMEIDA - PALMITAL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PALMITAL/SP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AMMIRARE CALCADOS EI - JABOTICABAL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JABOTICABAL/SP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MISTURA DA MODA COME - PEREIRA BARRETO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PEREIRA BARRETO/SP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NAKOLINY CALCADOS LT - NOVO HORIZONTE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NOVO HORIZONTE/SP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279812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VITTI VITTI LTDA - E - RIO CLARO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CLARO/SP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FAVERO URIAS E CIA L - MOCOCA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MOCOCA/SP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CLEBER MANFIO - CANDIDO MOTA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CANDIDO MOTA/SP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FNF COMERCIO DE CALC - PARAGUACU PAULISTA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PARAGUACU PAULISTA/SP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BLV RODRIGUES COM DE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V.M. VIX - COMERCIO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SERRA/ES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FORT CALCADOS DE ASS - LINS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LINS/SP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P MODAS LTDA - LINS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LINS/SP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F. S. OLIVEIRA CONFE - LINS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LINS/SP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280293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FERREIRA &amp; FERNANDES - PROMISSAO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PROMISSAO/SP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281087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CRISTINA GUIMARA - NOVA SERRANA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NOVA SERRANA/MG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(132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VERDEN COMERCIO DE 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VITTI VITTI LTDA - E - RIO CLARO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ISABELA MARQUES BISP - PARAPUA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VIPE COMERCIO DE CAL - CATANDUVA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 C DA SILVA MOTA CA - CAMPOS DO JORDAO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36.392.973 ANA JULLI - POMPEU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34.061.313 FABIANA L - CAPIVARI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21.462.326 NADIELI B - SANTOPOLIS DO AGUAPEI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AMMIRARE CALCADOS EI - JABOTICABAL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ALANA MODAS LTDA - BRASILANDIA DE MINAS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ALICE CALCADOS E ACE - FERNANDOPOLIS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ALFA COMERCIO DE CAL - ITAPETININGA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ANA VICTORIA GUARIEN - NEVES PAULISTA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ARENET COMERCIO DE C - DUARTINA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