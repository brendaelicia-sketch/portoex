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202</c:v>
                </c:pt>
                <c:pt idx="1">
                  <c:v>152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23</c:v>
                </c:pt>
                <c:pt idx="1">
                  <c:v>24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SKO COMERCIO, IMPORTACAO E EXP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176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86.4%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89.8%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86.4%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- 3.4pp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89.8%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86.4%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86.4%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(24)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1828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LAURENTIZ - COMERCIO - JABOTICABAL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JABOTICABAL/SP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INLUX CALCADOS LTDA - ASSIS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ASSIS/SP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ANA VICTORIA GUARIEN - NEVES PAULISTA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NEVES PAULISTA/SP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MARIA L. G. ALMEIDA - PALMITAL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PALMITAL/SP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AMMIRARE CALCADOS EI - JABOTICABAL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JABOTICABAL/SP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MISTURA DA MODA COME - PEREIRA BARRETO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PEREIRA BARRETO/SP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NAKOLINY CALCADOS LT - NOVO HORIZONTE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NOVO HORIZONTE/SP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SAMARA DANIELLE DA S - SENADOR AMARAL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SENADOR AMARAL/MG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279812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VITTI VITTI LTDA - E - RIO CLARO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RIO CLARO/SP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FAVERO URIAS E CIA L - MOCOCA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MOCOCA/SP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CLEBER MANFIO - CANDIDO MOTA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CANDIDO MOTA/SP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280090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FNF COMERCIO DE CALC - PARAGUACU PAULISTA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PARAGUACU PAULISTA/SP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BLV RODRIGUES COM DE - BELO HORIZONTE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BELO HORIZONTE/MG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PENIDO CALCADOS E AC - ITAUNA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ITAUNA/MG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V.M. VIX - COMERCIO - SERRA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SERRA/ES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HELENA MAEMORI MORI - ITURAMA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ITURAMA/MG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FORT CALCADOS DE ASS - LINS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LINS/SP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 P MODAS LTDA - LINS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LINS/SP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ALINE APARECIDA ANDR - CRISTAIS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CRISTAIS/MG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280290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F. S. OLIVEIRA CONFE - LINS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LINS/SP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SADAH ABDALLAH CALCA - CONCEICAO DAS ALAGOAS /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CONCEICAO DAS ALAGOAS/MG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280293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FERREIRA &amp; FERNANDES - PROMISSAO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PROMISSAO/SP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 L CALCADOS E ACESS - ESPERA FELIZ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ESPERA FELIZ/MG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281087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ANA CRISTINA GUIMARA - NOVA SERRANA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NOVA SERRANA/MG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85.5%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(170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VERDEN COMERCIO DE C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 P MEDEIROS COMERCI - CACHOEIRO DE ITAPEMIRIM 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ISABELA MARQUES BISP - PARAPUA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VIPE COMERCIO DE CAL - CATANDUVA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VITTI VITTI LTDA - E - RIO CLARO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59.187.128 CLAUDIANA - CARMOPOLIS DE MINAS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34.061.313 FABIANA L - CAPIVARI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36.392.973 ANA JULLI - POMPEU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13.635.986 DANISA FA - TEOFILO OTONI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21.462.326 NADIELI B - SANTOPOLIS DO AGUAPEI /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ALINE APARECIDA ANDR - CRISTAIS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AMMIRARE CALCADOS EI - JABOTICABAL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ANA CRISTINA GUIMARA - NOVA SERRANA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ANA CRISTINA PAES 19 - ARACOIABA DA SERRA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