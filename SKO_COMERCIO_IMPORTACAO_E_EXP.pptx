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113</c:v>
                </c:pt>
                <c:pt idx="1">
                  <c:v>247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</c:v>
                </c:pt>
                <c:pt idx="1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1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19878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LUNALO CALCADOS E AC - OUROESTE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OUROESTE/SP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 CIDADE LTDA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S. A. LEMOS LTDA - VILA VELHA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VILA VELHA/ES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R4 COMERCIO DE SAPAT - VITORIA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ARI COMERCIO E SERVI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LARISSA LUZIA ALVES - PIRAJUBA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PIRAJUBA/MG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TANIA CENTER CALCADO - RIO POMBA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POMBA/MG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B COMERCIO DE ROUP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J L DE OLIVEIRA - IRUPI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IRUPI/ES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ALLURE SHOES E ACESS - JERONIMO MONTEIRO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JERONIMO MONTEIRO/ES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BROEDEL L - CARIACICA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CARIACICA/ES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GESSICA CHIEPPE 1363 - MARILANDIA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MARILANDIA/ES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 DELLE CALCADOS LT - ARACRUZ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STAR SHOES LTDA - GUACUI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GUACUI/ES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STORE COMERCIO LTD - IBIRACU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IBIRACU/ES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CALCADOS E ACESSORIO - SAO JOSE DO CALCADO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 CALCADO/ES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BATISTA E - ITABIRA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ITABIRA/MG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D&amp;J BOUTIQUE LTDA - - SAO GABRIEL DA PALHA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GABRIEL DA PALHA/ES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SOBREIRA E ALBANI LT - ALEGRE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ALEGRE/ES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43.474.701 TEREZINHA - FRANCISCO MORATO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FRANCISCO MORATO/SP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62.209.212 EVELLYN A - IBITIRAMA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IBITIRAMA/ES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78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11.681.910 DARLENE G - BIRITIBA-MIRIM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BIRITIBA-MIRIM/SP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DIOGO COMERCIO DE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UMEKITA SHOES EIRELI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NATYLILLYS COMERCIO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BLP SAPATOS E BOLSAS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APONTE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FASHION SHOES LTD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FENIX COMERCIO DE CA - PRAIA GRANDE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CV COMERCIO DE MODAS - BARUERI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LJV COMERCIO DE CALC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MANZANO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RIBEIRO &amp; FONSECA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SALTO ELEGANTE CALCA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UNITTA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VERONICA COMERCIAL C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