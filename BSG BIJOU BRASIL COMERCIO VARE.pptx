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BSG BIJOU BRASIL COMERCIO VARE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95.2%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- 35.2pp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60.0%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281603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BL TIJU ACESSORIOS L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NATHALIE PEDROZA ALV - SANTANA DE PARNAIBA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