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LM DISTRIBUIDORA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40.0%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40.0%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FORTALEZA /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FORTALEZA/CE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282317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ELETRONORD DISTRIBUI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FORTALEZA/CE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MESTRE DAS VANS DIST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SALVADOR - SALVADOR / 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SALVADOR/BA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SPARK COMERCIO DE PE - ANANINDEUA /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ANANINDEUA/PA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282545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ESPIRITO S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SERRA/ES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ESPIRITO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SERRA/ES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282832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PORTO ALEG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 ALEGRE/RS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GOIANIA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GOIANIA/GO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283286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NATAL - NATAL / 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NATAL/RN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283730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 B P MACEDO COMERCI - CACHOEIRO DE ITAPEMIRIM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CACHOEIRO DE ITAPEMIRIM/ES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284102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LEMARAUTO - SAO JOAO DE MERITI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JOAO DE MERITI/RJ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LM DISTRIBUIDORA DE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ARAQUARI/SC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20/05/2026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284268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LM DISTRIBUIDORA DE - ARAQUARI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ARAQUARI/SC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RODA AUTO PECAS LTDA - LUZIANIA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LUZIANIA/GO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29/05/2026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LM DISTRIBUIDORA DE - ARAQUARI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ESPIRITO S - SERRA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COMARCA AUTO PECAS L - AGUAS LINDAS DE GOIAS / 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CASTRO DISTRIB DE PE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 B P MACEDO COMERCI - CACHOEIRO DE ITAPEMIRIM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ELETRONORD DISTRIBUI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CYCLONE DISTRIBUIDOR - GOIANIA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GOIANIA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FORTALEZA / 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PORTO ALEG - PORTO ALEGRE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SALVADOR - SALVADOR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 LTDA - BE - BELO HORIZONTE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FURACAO - NATAL - NATAL / 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FW DISTRIBUIDORA LTD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