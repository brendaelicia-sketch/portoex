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51</c:v>
                </c:pt>
                <c:pt idx="1">
                  <c:v>31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PORTOEXPRESS LOGISTICA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79.5%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 Entregas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79.5%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- 20.5pp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79.5%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79.5% - ATENCAO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(8)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277207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 A R DA SILVA - FRANCA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FRANCA/SP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278662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HGS GAS E AGUA DO BR - RIO DE JANEIRO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RIO DE JANEIRO/RJ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278678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CKS INTERNATIONAL CO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ITAJAI/SC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278830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 E REPRESE - CAXIAS DO SUL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CAXIAS DO SUL/RS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278837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AEROPORTO INTERNACIO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279619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COMERCIAL HUGEN - SAPUCAIA DO SUL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SAPUCAIA DO SUL/RS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280526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CHRISTIAN SIEGL - LAURO DE FREITAS / 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LAURO DE FREITAS/BA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280997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FORTE LOGISTICA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ITAJAI/SC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3891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71.4%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(29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PORTOEXPRESS LOGISTI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CKS INTERNATIONAL CO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MATTEL DO BRASIL LTD - NAVEGANTES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HGS GAS E AGUA DO BR - RIO DE JANEIRO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CHRISTIAN SIEGL - LAURO DE FREITAS / 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BRSL LOGISTICA LTDA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BLUE BAY COMERCIAL - SAO FRANCISCO DO SUL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CAJADAN TEXTIL LTDA. - JOINVILLE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COMERCIAL HUGEN - SAPUCAIA DO SUL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 E REPRESE - CAXIAS DO SUL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ANNA CAROLLYNE ALEXA - TURVANIA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BETIM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AEROPORTO INTERNACIO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GATTO LOG - RIBEIRAO PRETO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