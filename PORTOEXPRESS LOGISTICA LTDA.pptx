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PORTOEXPRESS LOGISTICA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- 22.4pp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57.1%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SOMA EXPRESS - LAURO DE FREITAS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LAURO DE FREITAS/BA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280625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CHRISTIAN SIEGL - LAURO DE FREITAS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LAURO DE FREITAS/BA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A.M.C. TEXTIL LTDA.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A.M.C. TEXTIL LTDA.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CHRISTIAN SIEGL - LAURO DE FREITAS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GIRO CERTO CARGAS E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INNOVA LOG LOGISTICA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SOMA EXPRESS - LAURO DE FREITAS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