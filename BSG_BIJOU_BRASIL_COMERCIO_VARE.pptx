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145</c:v>
                </c:pt>
                <c:pt idx="1">
                  <c:v>118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Marco 2026</c:v>
                </c:pt>
                <c:pt idx="1">
                  <c:v>Abril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6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ABRIL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BSG BIJOU BRASIL COMERCIO VARE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124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118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59E0B"/>
                </a:solidFill>
                <a:latin typeface="Calibri"/>
              </a:rPr>
              <a:t>95.2%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 Entregas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+ 6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- 4.8pp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Marco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95.2% - REGULAR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(6)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277610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ITAJAI / 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ITAJAI/SC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01/04/2026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278271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CMC LUNA ACESSORIOS - SAO CAETANO DO SUL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CAETANO DO SUL/SP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278272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CMC LITTLE STORE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280127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281154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CMGL MORUMBI ACESSOR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29/04/2026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281288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SAO PAULO/SP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30/04/2026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ENTREGUE 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95.7%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Regular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(17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VMS BIJUTERIAS E ACE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BL ANALIA BIJUTERIAS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BSG BIJOU BRASIL COM - ITAJAI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BM MODAS E ACESSORIO - CAMPINAS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CMC LUNA ACESSORIOS - SAO CAETANO DO SUL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CMGL MORUMBI ACESSOR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LAROCCA MODA E ACESS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CMC LITTLE STORE LTD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SASAKI MODA E ACESSO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MAJO MODAS E ACESSOR - MOGI GUACU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RAPIDO XAPURI TRANSP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GIRASSOL ACESSORIOS - SAO PAULO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TM MODA E ACESSORIOS - BELO HORIZONTE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