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115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BSG BIJOU BRASIL COMERCIO VARE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95.8%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95.8%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278271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LUNA ACESSORIOS - SAO CAETANO DO SUL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CAETANO DO SUL/SP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LITTLE STORE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(17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VMS BIJUTERIAS E ACE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 ANALIA BIJUTERIAS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 MODAS E ACESSORIO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RAPIDO XAPURI TRANSP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SASAKI MODA E ACESSO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MAJO MODAS E ACESSOR - MOGI GUACU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LAROCCA MODA E ACESS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GIRASSOL ACESSORIOS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CMGL MORUMBI ACESSOR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LUNA ACESSORIOS - SAO CAETANO DO SUL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LITTLE STORE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TM MODA E ACESSORIOS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