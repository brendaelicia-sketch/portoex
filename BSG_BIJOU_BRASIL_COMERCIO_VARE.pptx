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120</c:v>
                </c:pt>
                <c:pt idx="1">
                  <c:v>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</c:v>
                </c:pt>
                <c:pt idx="1">
                  <c:v>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BSG BIJOU BRASIL COMERCIO VARE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86.0%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86.0%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- 10.8pp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86.0%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86.0%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1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5169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06/05/2026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282392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LAROCCA MODA E ACESS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09/05/2026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283102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(15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VMS BIJUTERIAS E ACE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 TIJU ACESSORIOS L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 MODAS E ACESSORIO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LITTLE STORE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LUNA ACESSORIOS - SAO CAETANO DO SUL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 ANALIA BIJUTERIAS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CMGL MORUMBI ACESSOR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GIRASSOL ACESSORIOS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MAJO MODAS E ACESSOR - MOGI GUACU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LAROCCA MODA E ACESS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SASAKI MODA E ACESSO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RAPIDO XAPURI TRANSP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NATHALIE PEDROZA ALV - SANTANA DE PARNAIBA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