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107</c:v>
                </c:pt>
                <c:pt idx="1">
                  <c:v>117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</c:v>
                </c:pt>
                <c:pt idx="1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ABRIL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BSG BIJOU BRASIL COMERCIO VARE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120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97.5%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87.7%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97.5%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+ 9.8pp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97.5%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97.5%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277610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BSG BIJOU BRASIL COM - ITAJAI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ITAJAI/SC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01/04/2026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280127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BSG BIJOU BRASIL COM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PAULO/SP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281288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BSG BIJOU BRASIL COM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PAULO/SP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75.0%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(17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BSG BIJOU BRASIL COM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VMS BIJUTERIAS E ACE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BL ANALIA BIJUTERIAS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BSG BIJOU BRASIL COM - ITAJAI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75.0%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BM MODAS E ACESSORIO - CAMPINAS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RAPIDO XAPURI TRANSP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SASAKI MODA E ACESSO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MAJO MODAS E ACESSOR - MOGI GUACU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LAROCCA MODA E ACESS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GIRASSOL ACESSORIOS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CMGL MORUMBI ACESSOR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CMC LUNA ACESSORIOS - SAO CAETANO DO SUL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CMC LITTLE STORE LTD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TM MODA E ACESSORIOS - BELO HORIZONTE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