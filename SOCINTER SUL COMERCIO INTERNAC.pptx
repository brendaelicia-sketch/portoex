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SOCINTER SUL COMERCIO INTERNAC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 Entregas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100.0%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TRUE MEN INDUSTRIA E - RIO DE JANEIRO / 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PORTOEXPRESS LOGISTI - ITAJAI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