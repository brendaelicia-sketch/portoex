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155</c:v>
                </c:pt>
                <c:pt idx="1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5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PORTOEXPRESS LOGISTICA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94.83%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96.88%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94.83%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-2.05pp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96.88%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96.88% → 94.83%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288024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KLABIN S.A - TELEMACO BORBA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TELEMACO BORBA/PR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288470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89.47%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(38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PORTOEXPRESS LOGISTI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85.71%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CONEXAO MARITIMA - S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WILSON SONS LOGISTIC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TACIELLY JOSEFINA DI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ITACORDA INDUSTRIA E - PENHA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MAC FER INDUSTRIA E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 BL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MRH VEICULOS LTDA.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BATIKI COM IMPORT EX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ZAMPAR COMERCIO DE F - MARINGA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AEROMINAS CARGAS EXP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GV DO BRASIL IND. E - PINDAMONHANGABA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SUPPLIER COMERCIO DE - TRIUNFO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