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26</c:v>
                </c:pt>
                <c:pt idx="1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SOLUCOES EM ACESSORIOS PET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-0.86pp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92.86% → 92.0%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287245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MARIA DO CARMO ROCHA - ARACAJU / 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ARACAJU/SE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287684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RODRIGO ARTUR BISPO - RECIFE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RECIFE/PE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NATALIA RODRIGUES - FORTALEZA /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LUCAS CARAFINI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IVAN CHITONILA - PIRACICABA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RUBIA SATIE KURAMOTO - MOGI DAS CRUZES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JESUS ARAUJO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LEONARDO BALESTRO LO - VALINHOS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ARIELI C P OLIVEIRA - PINDAMONHANGABA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EDUARDO RODRIGUES CA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ERICA RIBEIRO GAMA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GABRIEL MAFFEI - ARARANGUA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DAVID MARQUES MONTEI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GIANA COLLINO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DANIEL CARDOSO PEREI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MARCELO RICCA LABATE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