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89</c:v>
                </c:pt>
                <c:pt idx="1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IGP - CLINI COMERCIO, IMPORTAC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+0.88pp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97.8% → 98.68%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RAFAEL PONCHEKI - ME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JOINVILLE/SC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03/06/2026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IGP - CLINI COMERCIO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CARBON COMERCIO DE B - CRICIUMA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AC VASCONCELOS ESPOR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FELIPE MARANGONU ME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COLINA BIKES LTDA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CICLES HOFFMANN COME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FAN BIKES LTDA - SAO JOAO BATISTA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RAFAEL PONCHEKI - ME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HERBERT PAUL BRANDT - LONTRAS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AK VASCONCELOS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DARBIKE COMERCIO DE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IGP-CLINI COM IMP EX - INDAIATUBA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IGP - CLINI COMERCIO - INDAIATUBA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CICLO EVO IMPORTACAO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