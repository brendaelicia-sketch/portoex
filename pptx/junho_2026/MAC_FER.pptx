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130</c:v>
                </c:pt>
                <c:pt idx="1">
                  <c:v>113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5</c:v>
                </c:pt>
                <c:pt idx="1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MAC 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93.39%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93.39%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-2.91pp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93.39%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96.3% → 93.39%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1018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LOG 100 LOGISTICA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01/06/2026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1069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HOST LOGISTICA ARMAZ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05/06/2026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(73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LOG 100 LOGISTICA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PICCOLI TRANSPORTES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TRANSPORTES BERTOLIN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TERMACO LOGISTICA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JEOMAR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TRANSMETELLO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PANTANAL LOGISTIOCA - OSASCO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 W TRANSPORTES LTDA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E.D.M TRANSPORTES EX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RADLOG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CRISTAL TRANSPORTES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TRANSPRESS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PHOENIX LOG TRANSPOR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EXPRESSO RIO VERMELH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