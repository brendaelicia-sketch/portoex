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132</c:v>
                </c:pt>
                <c:pt idx="1">
                  <c:v>141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BSG BIJOU BRASIL COMERCIO VARE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99.25% → 99.3%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289181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MAJO MODAS E ACESSOR - MOGI GUACU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MOGI GUACU/SP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VMS BIJUTERIAS E ACE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CMC LITTLE STORE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BL TIJU ACESSORIOS L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BL ANALIA BIJUTERIAS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MAJO MODAS E ACESSOR - MOGI GUACU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 MODAS E ACESSORIO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CMC LUNA ACESSORIOS - SAO CAETANO DO SUL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CMC IBIRA STORE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GIRASSOL ACESSORIOS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LAROCCA MODA E ACESS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SASAKI MODA E ACESSO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CMGL MORUMBI ACESSOR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RAPIDO XAPURI TRANSP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