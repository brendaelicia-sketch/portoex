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116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TECADI ARMAZENS GERAIS LTDA (I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98.08%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+2.21pp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95.87% → 98.08%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 REPAIR CENTER AS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CURITIBA/PR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90.91%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TXM VITORIA LTDA - VITORIA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BEM ESTAR LONDRINA L - LONDRINA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RAFAELA PARISI KNOLL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MINASFAST TECNOLOGIA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 REPAIR CENTER AS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ELETRORARO COM DE EL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COLD SUMMER SOLUCOES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FIX IT ASSISTENCIA E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GMX TECNOLOGIA E SER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EXCELLENCE ELETRODOM - ARAPONGAS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KNOLL REPARACAO E MA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 CELL COMERCIO E SE - DUQUE DE CAXIAS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FRIGELAR COMERCIO E - EXTREMA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GROUP GLOBAL LTDA - MONTES CLAROS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