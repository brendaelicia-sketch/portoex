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167</c:v>
                </c:pt>
                <c:pt idx="1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16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SKO COMERCIO, IMPORTACAO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91.26%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+8.74pp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91.26%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91.26%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L&amp;L CALCADOS E R - TAUBATE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LEO RB CALCADOS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SKO COMERCIO, IMPORT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FENIX COMERCIO DE CA - PRAIA GRANDE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VERDEN COMERCIO DE C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CALCARE CALCADOS CAT - CATANDUVA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VIPE COMERCIO DE CAL - CATANDUVA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HERDEIROS DE ABRAAO - SAO BERNARDO DO CAMPO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DAFITI GROUP - EXTREMA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Sjcln Comercio de Ca - SAO JOSE DOS CAMPOS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CRIS QUARESMA STORE - MATAO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