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31</c:v>
                </c:pt>
                <c:pt idx="1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5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CORAX INDUSTRIA, COMERCIO E 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94.74%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86.11%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94.74%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+8.63pp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86.11%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86.11% → 94.74%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287662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YAMADA E FERREIRA SO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CURITIBA/PR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288091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PSV SERVICOS E SOLUC - ARAUCARIA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ARAUCARIA/PR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71.43%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TIAGO MARTINS DE LIM - NOVO HAMBURGO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CORAX INDUSTRIA, COM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PSV SERVICOS E SOLUC - TRIUNFO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CONECTA EMPREENDIMEN - PELOTAS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EDSON DEZEM 00378110 - SAO BENTO DO SUL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COMERCIO DE EQUIPAME - FARROUPILHA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MRV XCV INCORPORACOE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ARP RESGATE COMERCIO - SAO JOSE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COMPANHIA DE GERACAO - GRAVATAI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CONECTA EMPREEND LTD - OSORIO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MRV ENGENHARIA E PAR - LONDRINA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ASSOCIACAO BIBLICA E - CAXIAS DO SUL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CENTRAIS ELETRICAS B - MANOEL RIBAS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FGP CONSTRUCOES LTDA - BALNEARIO CAMBORIU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