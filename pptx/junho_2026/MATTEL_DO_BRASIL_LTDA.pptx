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131</c:v>
                </c:pt>
                <c:pt idx="1">
                  <c:v>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MATTEL DO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-0.15pp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98.5% → 98.35%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286393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YUJI BABA &amp; CIA - VILA VELHA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VILA VELHA/ES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287994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 VAR DO B - RIBEIRAO DAS NEVES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RIBEIRAO DAS NEVES/MG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(76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MATTEL DO BRASIL LTD - NAVEGANTES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AMAZONSERVICOS DE VA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YUJI BABA &amp; CIA - IPATINGA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CUIABA / 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PBKIDS BRINQUEDOS LT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VILA VELHA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SMP COMERCIO BRINQUE - CAMPO GRANDE /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BNA COMERCIO BRINQUE - CAMPO GRANDE /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BIANCA N.O. ACORSE E - CAMPO GRANDE /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BETIM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RIBEIRAO DAS NEVES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