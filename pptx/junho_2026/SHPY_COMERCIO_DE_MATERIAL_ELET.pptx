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26</c:v>
                </c:pt>
                <c:pt idx="1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1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SHPY COMERCIO DE MATERIAL ELET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+3.7pp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96.3%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ANDRA S A ELECTRIC S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ANDRA S/A ELECTRIC S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ANDRA S A ELECTRIC S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SHPY COMERCIO DE MAT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ELETRO LUZ COMERCIO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VANIA REGINA RIBEIRO - SAO JOAO DA BOA VISTA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ALFA FRANCA MATERIAI - FRANCA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ANDRA SA ELECTRIC SO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AEA MARGINAL TIETE D - SOROCABA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COMERCIAL ELETRICA 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JOSE RAUL BAUMANN JU - JAU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MAFISOLLI E FILHOS E - BIRIGUI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M.H.F. GOMES MATERIA - DRACENA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