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7</c:v>
                </c:pt>
                <c:pt idx="1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ASIA SHIPPING TRANSPORTES INTE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77.78%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+22.22pp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77.78%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77.78%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ELENA HORTO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COPACABANA PALACE HO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WHOOSH BR ALUGUEL DE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ELENINHA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NEW PARTNER OPERADOR - NAVEGANTES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ELENINHA - 11.538.41 -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BRITANIA ELETRONICOS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TRANSPARE TRANSPORTE - ILHOTA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PHINIA DO BRASIL PRO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TOYAMA DO BRASIL MAQ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NORDTECH MAQUINAS E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HORTUS COMERCIO DE A - JANDIRA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BARBOSA - ATIBAIA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VAN GOGH CHOPERIA E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