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358</c:v>
                </c:pt>
                <c:pt idx="1">
                  <c:v>312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5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FORTE TRANSPORTES DO BRASIL 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98.42%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-0.2pp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98.62% → 98.42%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FORTE ARMAZENS GERAI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ITAJAI/SC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03/06/2026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287874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BMQ AUTOMOVEIS LTDA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BELO HORIZONTE/MG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DUO SP COMERCIO DE V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BMQ AUTOMOVEIS LTDA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95.24%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BCLV COMERCIO DE VEI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BCLV COMERCIO DE VEI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 BL - BLUMENAU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LIA E ANNETTE INDUST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CENTRO TECNICO DE VE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MARINGA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