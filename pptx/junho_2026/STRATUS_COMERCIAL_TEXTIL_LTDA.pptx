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95</c:v>
                </c:pt>
                <c:pt idx="1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STRATUS COMERCIAL TEXTIL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98.96%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-0.26pp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98.96%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98.96% → 98.7%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TRANSPORTE ITAPIRENS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01/06/2026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(42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TRANSPORTE ITAPIRENS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STRATUS COMERCIAL TE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CAJADAN TEXTIL LTDA.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STRATUS COMERCIAL TE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CAMILO DOS SANTOS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BRASPRESS TRANSPORTE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VALDINE LUZ DOS SANT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REAL ESPECIALIDADES - PEDREIRA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JOTAEME IND E COMERC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TRANSPORTADORA REBEC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AZA TEXTIL IND. COM. - CERQUILHO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ELASFIL DO BRASIL LT - SUZANO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TEXTIL DANESI LTDA - JANDIRA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 TRICCOT CONF LTDA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