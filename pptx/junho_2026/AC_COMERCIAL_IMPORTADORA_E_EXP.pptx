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36</c:v>
                </c:pt>
                <c:pt idx="1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 COMERCIAL IMPORTADORA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+2.7pp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97.3%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FAST SHOP S.A.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BRAVIUM S.A - ITAPEVA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EBAZAR.COM.BR. LTDA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CLARO S.A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TELEFONICA BRASIL SA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JABOATAO DOS GUARARAPES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PROJETO EXIT INDUSTR - ITAQUAQUECETUBA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G4 EDUCACAO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