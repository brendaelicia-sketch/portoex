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18</c:v>
                </c:pt>
                <c:pt idx="1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3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SEGER COMERCIAL IMPORTADORA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95.65%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85.71%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95.65%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+9.94pp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85.71%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85.71% → 95.65%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288406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INSTITUTO FEDERAL DE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BELO HORIZONTE/MG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SEGER COMERCIAL IMPO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ASSOCIACAO HOSP DE P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INSTITUTO FEDERAL DE - CABO FRIO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SERVICO NACIONAL DE - SALVADOR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FUNDACAO DE DESENVOL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 R J COMPANY ASSESS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RAMASA ORIENTE LTDA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FUNDACAO UNIVERSIDAD - SAO CARLOS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SERVICO NACIONAL DE - CAMACARI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FUNDACAO DA UNIVERSI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SERVICO SOCIAL DA IN - LUIS EDUARDO MAGALHAES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SERVICO SOCIAL DA IN - FEIRA DE SANTANA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SERVICO SOCIAL DA IN - JEQUIE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AURORA TERMINAIS E S - SOROCABA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