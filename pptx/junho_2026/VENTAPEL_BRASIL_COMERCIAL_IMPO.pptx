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26</c:v>
                </c:pt>
                <c:pt idx="1">
                  <c:v>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2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JUNHO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VENTAPEL BRASIL COMERCIAL IMPO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92.0%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Junho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92.86%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92.0%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-0.86pp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Junho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92.86%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92.86% → 92.0% - Regular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932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LOGISTICA DO - MANAUS / 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MANAUS/AM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22/06/2026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1323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LOGISTICA DO - SALVADOR / BA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SALVADOR/BA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25/06/2026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AM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BA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(10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SERVICOS DE V - CAJAMAR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SERVICOS DE V - CABO DE SANTO AGOSTINHO / PE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MWM - TUPY DO BRASIL - JUNDIAI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VENTAPEL BRASIL COME - VINHEDO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LOGISTICA DO - MANAUS / 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SERICOS DE VA - BRASILIA - DF / DF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FORNO DE MINAS ALIME - CONTAGEM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LOGISTICA DO - BRASILIA - DF / DF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LOGISTICA DO - CAJAMAR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LOGISTICA DO - SALVADOR / BA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