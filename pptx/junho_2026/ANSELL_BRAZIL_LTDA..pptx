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708</c:v>
                </c:pt>
                <c:pt idx="1">
                  <c:v>936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19</c:v>
                </c:pt>
                <c:pt idx="1">
                  <c:v>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ANSELL BRAZIL LTDA.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959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97.6%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97.39%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+0.21pp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97.39%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97.39% → 97.6%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284831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MARFRIG GLOBAL FOODS - VARZEA GRANDE / 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VARZEA GRANDE/MT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284938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CORSUL COMERCIO E RE - CRICIUMA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CRICIUMA/SC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05/06/2026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98.58%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95.45%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(84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DIMENSIONAL BRASIL S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CORSUL COMERCIO E RE - SAO JOSE DOS PINHAIS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96.05%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DIMENSIONAL BRASIL S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CAMPINAS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1000 MARCAS SAFETY B - ARACARIGUAMA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CORSUL COMERCIO E RE - CASCAVEL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78.05%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EXATA CARGO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SERRA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CORSUL COMERCIO E RE - SAO JOSE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96.67%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BALASKA EQUIPE INDUS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CORSUL COMERCIO E RE - CRICIUMA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FITASSUL COMERCIO DI - ITAJUBA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