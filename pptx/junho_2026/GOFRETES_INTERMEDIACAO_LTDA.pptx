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1</c:v>
                </c:pt>
                <c:pt idx="1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GOFRETES INTERMEDIACAO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100.0% →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(24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MANOEL COELHO SANTOS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CAPRI STYLE CABELOS - JACAREI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EDSON RAMUTH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CONDOMINIO WEST POIN - BARUERI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HOSPITAL BENVISTA LT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PARKSIDE VI SPE LTDA - FLORIANOPOLIS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GUSTAVO HENRIQUE MAJ - ARAQUARI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ADRIANO BUZAID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IRACEMA LEANDRA RIBE - BARUERI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FUNDACAO DE APOIO A - SANTOS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SONINHA SILVA - DIADEMA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ELISA SALGADOS FESTA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VITORIO PROCIDA - SAO BERNARDO DO CAMPO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EVELYN DANIELA GROTT - INDAIATUBA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