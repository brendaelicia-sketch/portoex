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18</c:v>
                </c:pt>
                <c:pt idx="1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MERIDIAN DISTRIBUIDORA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91.67%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-8.33pp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→ 91.67%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GANSARAL CASA DE CUL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05/06/2026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285917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VENDA SEU JOAQUIM BA - HORTOLANDIA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HORTOLANDIA/SP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09/06/2026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(14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SUPRA ALIMENTOS E BE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APARECIDA GIMENEZ LU - SAO BERNARDO DO CAMPO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VINHO ATE VOCE LTDA. - CAMPOS DO JORDAO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SOL NATAL TRANSPORTE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TAU SOFTWARE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GLOBAL WINES COMERCI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GANSARAL CASA DE CUL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VENDA SEU JOAQUIM BA - HORTOLANDIA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O. S. J. COMERCIO DE - SAO JOSE DOS CAMPOS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TUANA RAFAELA DE SOU - INDAIATUBA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MISS SOMMELIERE COME - JUNDIAI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ROBERTO FULANETE - INDAIATUBA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MERIDIAN DISTRIBUIDO - ITAQUAQUECETUBA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62.518.080 MATHEUS P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