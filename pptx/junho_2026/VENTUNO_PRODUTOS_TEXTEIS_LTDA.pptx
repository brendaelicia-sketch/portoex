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VENTUNO PRODUTOS TEXTEIS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+100.0pp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(47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 C E TEXTIL LTDA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LUATEX MALHAS EIRELI - GUABIRUBA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PWK TEXTIL LTDA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M.P.J. TEXTIL EIRELI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AZEVEDO MALHAS LTDA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DAMENNY IND.COM.PROD - POMERODE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INDUSTRIA E COMERCIO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CATHEX TEXTI EIRELLI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SR INDUSTRIA COMERCI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SOUTEX INDUSTRIA TEX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VALE SUL IND COM TEX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MB TEXTIL LTDA - GUABIRUBA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LULI IND. E COM. DE - RODEIO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MAYZEER MALHARIA LTD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