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74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3</c:v>
                </c:pt>
                <c:pt idx="1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ITACORDA INDUSTRIA E COMERCIO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92.94%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92.94%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-3.16pp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96.1% → 92.94%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BEMFIXA INDUSTRIAL L - JUQUITIBA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JUQUITIBA/SP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286386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PEL TRANSPORTES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BMB MATERIAL DE CONS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BMB MATERIAL DE CONS - SUZANO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TRANSPORTADORA PENHE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NOSSA GENTE TRANSPOR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MAX LONAS E ACESSORI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FM TRANSPORTES, LOCA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PRADA PLUS DO BRASIL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ITACORDA INDUSTRIA E - PENHA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TRANSPRESS TRANSPORT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UNI RAPIDO TRANSPORT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JORTEK EXPRESS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SEVERINO MELO ALVES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CLODOALDO COM DE ENC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L.S. FERRAMENTAS LTD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