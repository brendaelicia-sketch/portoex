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182</c:v>
                </c:pt>
                <c:pt idx="1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22</c:v>
                </c:pt>
                <c:pt idx="1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BRAFT DO BRASIL IMPORTACAO E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82.19%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82.19%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-7.03pp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89.22% → 82.19%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1077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1078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HAYAMAX DIST DE PROD - IBIPORA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TAC ARMAZENS GERAIS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ZAMPAR COMERCIO DE F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