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13</c:v>
                </c:pt>
                <c:pt idx="1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FARMA VISION IMP.EXP.DE 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94.29%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94.29%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+1.43pp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92.86% → 94.29%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TRES BARRAS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TRES BARRAS/SC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05/06/2026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285902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MUNICIPIO DE TROMBUD - TROMBUDO CENTRAL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TROMBUDO CENTRAL/SC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09/06/2026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BOCAINA DO SUL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SAO JOAO BATISTA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CRICIUMA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IOMERE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AGUA DOCE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PAULO LOPES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BIGUACU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TRES BARRAS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SAO JOAQUIM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PEDRAS GRANDES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SAO LOURENCO DO OESTE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GOVERNADOR CELSO RAMOS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FUNDO MUNICIPAL DE S - SANGAO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