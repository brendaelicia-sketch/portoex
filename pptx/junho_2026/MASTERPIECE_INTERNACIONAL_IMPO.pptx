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25</c:v>
                </c:pt>
                <c:pt idx="1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MASTERPIECE INTERNACIONAL IMPO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BUSSI &amp; BUSSI COMERC - JUNDIAI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ISABELE ROSGOSKI KOJ - PONTA GROSSA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RAVY LUIZ KUSKOSKI - PETROLINA / 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AMERICA SOARES BRITO - TEIXEIRA DE FREITAS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 MEDEIROS DE LUCA - VITORIA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GB COMERCIO DE VESTU - VOLTA REDONDA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LA DISTRIBUIDORA DE - UBERABA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IMNUNES ARTIGOS NACI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GUSMAO PRESENTES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 B G INTERNATIONAL - MARINGA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TRUST MEGA TECHNOLOG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DARK SHOP TABACARIA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REGIS G.MARQUES - PORTO ALEGRE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VENTURUS LTDA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