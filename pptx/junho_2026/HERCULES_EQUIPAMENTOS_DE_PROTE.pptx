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Junho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formatCode>General</c:formatCode>
                <c:pt idx="0">
                  <c:v>234</c:v>
                </c:pt>
                <c:pt idx="1">
                  <c:v>293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Junho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formatCode>General</c:formatCode>
                <c:pt idx="0">
                  <c:v>4</c:v>
                </c:pt>
                <c:pt idx="1">
                  <c:v>12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JUNHO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HERCULES EQUIPAMENTOS DE PROTE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305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293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96.07%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Junho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293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98.32%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96.07%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-2.25pp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Junho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96.07%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Maio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238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98.32%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98.32% → 96.07% - Regular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(12)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284002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ELETRONOR - DISTRIBU - CAXIAS DO SUL / 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CAXIAS DO SUL/RS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01/06/2026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285439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SP EQUIPAMENTOS DE P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GUARULHOS/SP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01/06/2026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94.89%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Regular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GO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88.89%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90.91%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Regular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PA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RJ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BA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(54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BUNZL EQUIPAMENTOS P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NORTEL SUPRIMENTOS I - GOIANIA / GO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NORTEL SUPRIMENTOS I - CAMPINAS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EXATA CARGO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ATIVA DISTRIBUICAO E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SP EQUIPAMENTOS DE P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87.5%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NORTEL SUPRIMENTOS I - SERRA / 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1000 MARCAS SAFETY B - ARACARIGUAMA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DIMENSIONAL BRASIL S - GARUVA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BALASKA EQUIPE INDUS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RF-BRA TRANSPORTES L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DIMENSIONAL BRASIL S - SERRA / 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FITASSUL COMERCIO DI - ITAJUBA / 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CORSUL COMERCIO E RE - JOINVILLE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