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64</c:v>
                </c:pt>
                <c:pt idx="1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FRETE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95.65%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98.46%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-2.81pp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98.46%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98.46% → 95.65%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PRIME INDUSTRIA DE 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01/06/2026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285449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MARINA MARTHA BENITE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FLORIANOPOLIS/SC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02/06/2026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NIVIA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PRIME INDUSTRIA DE M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MARINA MARTHA BENITE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MARINA CRISTINA BARR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FRANCISCO FERREIRA N - ATIBAIA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GILDA MIZUNO - RIBEIRAO PIRES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WAGNER HEITOR DA FON - GUARUJA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ELAINE APARECIDA MAR - JUQUITIBA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EMPRESA COMERCIAL RT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VIPE PRODUTOS E SERV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DOVAC INDUSTRIA E CO - SAO BERNARDO DO CAMPO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CONDOMINIO RESIDENCI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TIAGO RALO DE CANINE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EUCALIPTOS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