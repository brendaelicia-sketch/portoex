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25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KUKA PRODUTOS INFANTIS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HAVAN LOJAS DE DEPAR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KUKA PRODUTOS INFANT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DROGASUL DISTRIB. DE - CHAPECO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NEOSUL SA - PALHOCA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SUPERMERCADOS MANENT - NOVA VENEZA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MASTER ATS SUPERMERC - XANXERE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BISTEK SUPERMERCADOS - ICARA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SUPERMERCADOS ARCHER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NEOSUL S/A - PALHOCA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COOPERATIVA DE PROD.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KOCH HIPERMERCADO LT - TIJUCAS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VENCEDOR COMERCIO VI - BRACO DO NORTE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MONIARI SUPERMERCADO - ICARA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TEREZINHA MOREIRA MA - BRACO DO NORTE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