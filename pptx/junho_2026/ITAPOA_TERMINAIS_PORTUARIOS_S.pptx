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38</c:v>
                </c:pt>
                <c:pt idx="1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ITAPOA TERMINAIS PORTUARIOS 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INTELBRAS SA INDUSTR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VCH - IMPORTADORA, E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DRUGOVICH AUTO PECAS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MAFLOW DO BRASIL LTD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HYOSUNG BRASIL INDUS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ITAPOA TERMINAIS POR - ITAPOA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 SED GABIENTE DO SE - ITAPOA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VCI VANGUARD CONFECC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