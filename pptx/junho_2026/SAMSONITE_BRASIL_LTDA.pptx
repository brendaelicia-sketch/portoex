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309</c:v>
                </c:pt>
                <c:pt idx="1">
                  <c:v>283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Junho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2</c:v>
                </c:pt>
                <c:pt idx="1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JUNHO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SAMSONITE BRASIL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96.59%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Junho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99.36%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96.59%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-2.77pp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99.36%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99.36% → 96.59%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288320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NAMASTE SERVICOS LTD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23/06/2026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288321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NAMASTE SERVICOS LTD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23/06/2026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(110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SAMSONITE BRASIL LTD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NAMASTE SERVICOS LTD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66.67%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SAMSONITE DO BRASIL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SAMSONITE BRASIL LTD - NAVEGANTES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INOVATHI PARTICIPACO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LE SAC COMERCIAL CEN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71.43%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STE TAMBORE ARTIGOS - BARUERI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AMAZON SERVICOS DE V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DUFRY DO BRASIL DUTY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SATE BALNEA ARTIGOS - BALNEARIO CAMBORIU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SAS NORTE ARTIGOS DE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GRN BAGS COMERCIAL L - VOTORANTIM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SAMITT JARDIM ARTIGO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SAM PRAIA ARTIGOS DE - SANTOS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