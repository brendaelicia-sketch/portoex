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ANSELL BRAZIL LTDA.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703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97.0% → 97.3% - Bom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(19)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SA - SA - SAO 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JOSE DOS PINHAIS/PR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281135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SA - SA - SAO JOS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JOSE DOS PINHAIS/PR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GA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SA - SAO JOSE 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BUNZL EQUIPAMENTOS P - GU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DIMENSIONAL BRASIL S - SE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CA - CAMPINAS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EXATA CARGO - GUARULHOS /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SE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CA - CAXIAS DO SU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NORTEL SUPRIMENTOS I - GO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ELETRONOR - DISTRIBU - CA - CAXIAS DO SU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 EQUIPAMENTOS DE P - GU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BALASKA EQUIPE INDUS - GU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BUNZL EQUIPAMENTOS P - CO - CONTAGEM /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CORSUL COMERCIO E RE - CA - CASCAVEL / 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76.5%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