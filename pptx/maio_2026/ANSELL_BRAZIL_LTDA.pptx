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Sheet1!$A$2:$A$3</c:f>
              <c:strCache>
                <c:ptCount val="2"/>
                <c:pt idx="0">
                  <c:v>Abril 2026</c:v>
                </c:pt>
                <c:pt idx="1">
                  <c:v>Maio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formatCode>General</c:formatCode>
                <c:pt idx="0">
                  <c:v>665</c:v>
                </c:pt>
                <c:pt idx="1">
                  <c:v>708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Sheet1!$A$2:$A$3</c:f>
              <c:strCache>
                <c:ptCount val="2"/>
                <c:pt idx="0">
                  <c:v>Abril 2026</c:v>
                </c:pt>
                <c:pt idx="1">
                  <c:v>Maio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formatCode>General</c:formatCode>
                <c:pt idx="0">
                  <c:v>19</c:v>
                </c:pt>
                <c:pt idx="1">
                  <c:v>19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MAIO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ANSELL BRAZIL LTDA.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Nossa rota e ir alem das 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727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708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19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97.39%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/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/>
                        <a:t>Maio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684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727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665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708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43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t>Fora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97.22%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97.39%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+0.17pp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t>Maio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727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708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97.39%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t>Abril 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684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665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97.22%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97.22% → 97.39% - Regular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97316"/>
                </a:solidFill>
                <a:latin typeface="Calibri"/>
              </a:rPr>
              <a:t>OCORRENCIAS FORA DO PRAZO (19)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020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429999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  <a:gridCol w="2103120"/>
                <a:gridCol w="1554480"/>
                <a:gridCol w="27432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CIDADE/UF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PREV. ENTREGA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t>281128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CORSUL COMERCIO E RE - SAO JOSE DOS PINHAIS / 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SAO JOSE DOS PINHAIS/PR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08/05/2026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t>281135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CORSUL COMERCIO E RE - SAO JOSE DOS PINHAIS / 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SAO JOSE DOS PINHAIS/PR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08/05/2026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43891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39901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141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141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87.38%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Crítico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66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66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94.23%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Regular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92.31%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Regular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GO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BA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PA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PE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(86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DIMENSIONAL BRASIL S - GARUVA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CORSUL COMERCIO E RE - SAO JOSE DOS PINHAIS / 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53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44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83.02%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Crítico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BUNZL EQUIPAMENTOS P - GUARULHOS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NORTEL SUPRIMENTOS I - CAMPINAS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41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41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DIMENSIONAL BRASIL S - SERRA / 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EXATA CARGO - GUARULHOS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NORTEL SUPRIMENTOS I - SERRA / 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CORSUL COMERCIO E RE - CAXIAS DO SUL / 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86.96%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Crítico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NORTEL SUPRIMENTOS I - GOIANIA / GO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ELETRONOR - DISTRIBU - CAXIAS DO SUL / 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SP EQUIPAMENTOS DE P - GUARULHOS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BALASKA EQUIPE INDUS - GUARULHOS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CORSUL COMERCIO E RE - CASCAVEL / 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76.47%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Crítico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CORSUL COMERCIO E RE - SAO BENTO DO SUL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