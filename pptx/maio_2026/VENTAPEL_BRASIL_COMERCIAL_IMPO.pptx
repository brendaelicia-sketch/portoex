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VENTAPEL BRASIL COMERCIAL IMPO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92.86%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92.86%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+92.86pp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0% → 92.86%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CAJAMAR/SP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897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CABO DE SANTO AGOSTINHO / 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CABO DE SANTO AGOSTINHO/PE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(10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CAJAMAR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CABO DE SANTO AGOSTINHO / 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MANAUS /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SAO JOSE DOS PINHAIS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SAO BERNARDO DO CAMPO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MWM - TUPY DO BRASIL - JUNDIAI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NOVA SANTA RITA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BETIM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LOGISTICA DO - CONTAGEM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