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FRETE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+6.16pp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92.3% → 98.46%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CRISTIANE FERNANDES - GUA - GU - GUARUJA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GUARUJA/SP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KELLEM CRISTIANE JUS - SA - SANTOS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CONJUNTO RESIDENCIAL - SA - SAO BERNARDO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CONDOMINIO PERINI BU - JO - JOINVILLE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SUELLEN LUCIANO - BALNEAR - BALNEARIO 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CAMILA HOFFMANN - BIGUACU - BIGUACU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COROVA ROCHA SERVICO - BA - BALNEARIO 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ROK GESTAO DE PATRIM - SA - SANTANA DE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GREICE PIOTROVSKI - BARUE - BARUERI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DEBORA MURTA LANA - SANTA - SANTANA DE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ROBERTA RAMOS FERNAN - SA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GEOVANE FARIA - SAO PAULO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ANTARES CLUB SA HOTE - FL - FLORIANOPOLI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CONDOMINIO PODIUM VI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VICTA PL LTDA - SAO PAULO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