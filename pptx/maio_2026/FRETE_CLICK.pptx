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64</c:v>
                </c:pt>
                <c:pt idx="1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1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FRETE CLICK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98.46%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98.46%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98.46%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98.46%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98.46% → 98.46%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CRISTIANE FERNANDES - GUARUJA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GUARUJA/SP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KELLEM CRISTIANE JUS - SANTOS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CONJUNTO RESIDENCIAL - SAO BERNARDO DO CAMPO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CONDOMINIO PERINI BU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SUELLEN LUCIANO - BALNEARIO CAMBORIU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CAMILA HOFFMANN - BIGUACU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COROVA ROCHA SERVICO - BALNEARIO CAMBORIU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ROK GESTAO DE PATRIM - SANTANA DE PARNAIBA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GREICE PIOTROVSKI - BARUERI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DEBORA MURTA LANA - SANTANA DE PARNAIBA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ROBERTA RAMOS FERNAN - SANTOS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GEOVANE FARIA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ANTARES CLUB SA HOTE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CONDOMINIO PODIUM VI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VICTA PL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