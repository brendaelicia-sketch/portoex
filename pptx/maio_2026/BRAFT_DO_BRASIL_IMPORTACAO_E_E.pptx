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BRAFT DO BRASIL IMPORTACAO E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89.22%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89.22%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+89.22pp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0% → 89.22%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HAYAMAX DIST DE PROD - IBIPORA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