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26</c:v>
                </c:pt>
                <c:pt idx="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SOLUCOES EM ACESSORIOS PET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92.86%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92.86%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92.86%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92.86%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92.86%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92.86% → 92.86%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283895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VITORIA LONARDONI NI - PRIMAVERA DO LESTE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PRIMAVERA DO LESTE/MT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284267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SOLUCOES EM ACESSORI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91.67%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TO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CLINCAREPET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AGATHA BERNARDO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FRANCISCO MIR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LETICIA SILVERIO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MIGUEL WYCHOVANIEC - JUNDIAI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RODRIGO LIMA - SAO JOSE DOS CAMPOS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CARLA SCHERER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NICHOLAS KIM ORSI - PIRACICABA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GUILHERME GUIMARAES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ARTHUR GIORDANIE - SAO BERNARDO DO CAMPO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VITORIA LONARDONI NI - PRIMAVERA DO LESTE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VINICIUS OLIVEIRA - SALVADOR / BA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TASSIO GABRIEL RIBEI - SALVADOR /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WASHINGTON GOUVEIA - SALVADOR / BA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