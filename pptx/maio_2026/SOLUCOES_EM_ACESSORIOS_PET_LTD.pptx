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SOLUCOES EM ACESSORIOS PET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82.14%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78.6%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82.14%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+3.54pp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82.14%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78.6%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78.6% → 82.14% - Crítico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VITORIA LONARDONI NI - PR - PR - PRIMAVE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PRIMAVERA DO LESTE/MT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283896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VINICIUS OLIVEIRA - SALVA - SA - SALVADO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SALVADOR/BA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26/05/2026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(82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CLINCAREPET - SAO PAULO /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AGATHA BERNARDO - BRASILI - BRASILIA / 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FRANCISCO MIR - SAO PAULO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LETICIA SILVERIO - CURITI - CURITIBA / 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MIGUEL WYCHOVANIEC - JUND - JUNDIAI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RODRIGO LIMA - SAO JOSE D - SAO JOSE DOS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CARLA SCHERER - SAO PAULO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NICHOLAS KIM ORSI - PIRAC - PIRACICABA 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GUILHERME GUIMARAES - BEL - BELO HORIZON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ARTHUR GIORDANIE - SAO BE - SAO BERNARDO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VITORIA LONARDONI NI - PR - PRIMAVERA 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VINICIUS OLIVEIRA - SALVA - SALVADOR / 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TASSIO GABRIEL RIBEI - SA - SALVADOR /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WASHINGTON GOUVEIA - SALV - SALVADOR / 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