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ACQUA SOLAR COMERCIO DE EQUIPA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89.74%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89.74%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+89.74pp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0.0% → 89.74% -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FELIPE LEITHARDT FAG - PASSO FUNDO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PASSO FUNDO/RS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281795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LUDIERO ADRIANO RAMI - SANTA ROSA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SANTA ROSA/RS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88.89%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GREENCITY ADMINISTRA - MARINGA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BRASIL SUL DISTRIBUI - CASCAVEL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SIMOLDES ACOS BRASIL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CAETANO PILOTTO DIEH - ERECHIM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RESIDENCIAL H.O.M.E - BRAGANCA PAULISTA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SOLERI H2D ENERGIA L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CRISTA MARIA PROCHNO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J. L. GARCIA SOLUCOE - MARINGA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KATIANI FELDHAUSEN - SAO LUDGERO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CAMBOTA SUPERMERCADO - BARAO DE COCAIS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GUILHERME MAIONI PAN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FELIPE LEITHARDT FAG - PASSO FUNDO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EDER TEIXEIRA - PEROLA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TRILHA DO PAO PADARI - CAMPOS DOS GOYTACAZES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