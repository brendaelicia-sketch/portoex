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ACQUA SOLAR COMERCIO DE EQUIPA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89.74%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89.74%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89.7% → 89.74% - Crítico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281664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FELIPE LEITHARDT FAG - PA - PA - PASSO 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PASSO FUNDO/RS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281795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LUDIERO ADRIANO RAMI - SA - SA - SANTA 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SANTA ROSA/RS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GREENCITY ADMINISTRA - MA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BRASIL SUL DISTRIBUI - CA - CASCAVEL / 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SIMOLDES ACOS BRASIL - SA - SAO JOSE 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CAETANO PILOTTO DIEH - ER - ERECHIM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RESIDENCIAL H.O.M.E - BRA - BRAGANCA PAU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SOLERI H2D ENERGIA L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CRISTA MARIA PROCHNO - CA - CAMPINAS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J. L. GARCIA SOLUCOE - MA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KATIANI FELDHAUSEN - SAO  - SAO LUDGERO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CAMBOTA SUPERMERCADO - BA - BARAO DE COC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GUILHERME MAIONI PAN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FELIPE LEITHARDT FAG - PA - PASSO FUNDO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EDER TEIXEIRA - PEROLA /  - PEROLA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TRILHA DO PAO PADARI - CA - CAMPOS DOS 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