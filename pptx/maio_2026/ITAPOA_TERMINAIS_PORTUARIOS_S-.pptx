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596</c:v>
                </c:pt>
                <c:pt idx="1">
                  <c:v>575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ITAPOA TERMINAIS PORTUARIOS 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89.5%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+10.5pp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89.5%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89.5% →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(100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VCH - IMPORTADORA, E - GA - GARUVA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MAFLOW DO BRASIL LTD - CU - CURITIBA / 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INTELBRAS SA INDUSTR - SA - SAO JOSE /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LOJAS AVENIDA S.A - CAMPO - CAMPO GRANDE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INTELBRAS S.A. INDUS - SA - SAO JOSE /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DRUGOVICH AUTO PECAS - IT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ITAPOA TERMINAIS POR - IT - ITAPOA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HYOSUNG BRASIL INDUS - AR - ARAQUARI /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