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596</c:v>
                </c:pt>
                <c:pt idx="1">
                  <c:v>575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22</c:v>
                </c:pt>
                <c:pt idx="1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AC COMERCIAL IMPORTADORA E EXP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100.0%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+2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94.3%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+5.7pp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94.3%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94.3% → 100.0%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(0)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PB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PE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(100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AMAZON SERVICOS DE V - SA - SAO PAULO /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AMAZON LOGISTICA DO - OSA - OSASCO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AMAZON SERVICOS DE V - CA - CAJAMAR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AC COMERCIAL IMPORTA - SA - SAO PAULO / 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CAIO RODRIGUES DA CU - SA - SAO PAULO /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EBAZAR.COM.BR. LTDA - CAJ - CAJAMAR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SOUL TRADE MARKETING - SA - SAO PAULO /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MOUSTACHE BEAMS LTDA - OS - OSASCO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PROJETO EXIT INDUSTR - IT - ITAQUAQUECET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MINDSET LOGISTICA E - CAJ - CAJAMAR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G4 EDUCACAO LTDA - SAO PA - SAO PAULO /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AMAZON LOGISTICA DO - BAY - BAYEUX / PB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AMAZON LOGISTICA DO - SAL - SALVADOR / 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AMAZON LOGISTICA DO - CUR - CURITIBA / 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