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35</c:v>
                </c:pt>
                <c:pt idx="1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AC COMERCIAL IMPORTADORA E EXP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97.3%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-2.7pp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100% → 97.3%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285690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SAO JOSE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JOSE/SC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(24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OSASCO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AC COMERCIAL IMPORTA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CAIO RODRIGUES DA CU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EBAZAR.COM.BR. LTDA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SOUL TRADE MARKETING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MOUSTACHE BEAMS LTDA - OSASCO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PROJETO EXIT INDUSTR - ITAQUAQUECETUBA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MINDSET LOGISTICA E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G4 EDUCACAO LTDA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BAYEUX / PB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SALVADOR /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CURITIBA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