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Abril 2026</c:v>
                </c:pt>
                <c:pt idx="1">
                  <c:v>Maio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formatCode>General</c:formatCode>
                <c:pt idx="0">
                  <c:v>70</c:v>
                </c:pt>
                <c:pt idx="1">
                  <c:v>74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Abril 2026</c:v>
                </c:pt>
                <c:pt idx="1">
                  <c:v>Maio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formatCode>General</c:formatCode>
                <c:pt idx="0">
                  <c:v>3</c:v>
                </c:pt>
                <c:pt idx="1">
                  <c:v>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MAIO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ITACORDA INDUSTRIA E COMERCIO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77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74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96.1%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95.89%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96.1%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+0.21pp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Maio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96.1%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Abril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95.89%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95.89% → 96.1% - Regular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(3)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281514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JORTEK EXPRESS - GUARULHOS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GUARULHOS/SP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07/05/2026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281845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 OLIVEIRAS DISTRIBU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SAO PAULO/SP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11/05/2026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4389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96.0%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Regular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(33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BMB MATERIAL DE CONS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MAX LONAS E ACESSORI - GUARULHOS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JORTEK EXPRESS - GUARULHOS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J B DE AGUILAR TRANS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SEVERINO MELO ALVES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FM TRANSPORTES, LOCA - GUARULHOS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BMB MATERIAL DE CONS - SUZANO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CLODOALDO COM DE ENC - GUARULHOS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TRANSPRESS TRANSPORT - GUARULHOS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DUCORTE FERRAMENTAS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TEMPO REAL TRANSPORT - GUARULHOS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ITACORDA INDUSTRIA E - PENHA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RAPIDO XAPURI TRANSP - GUARULHOS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STM TRANSPORTES RODO - GUARULHOS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