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94.74%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94.74%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94.7% → 94.74%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JORTEK EXPRESS - GUARULHO - GU - GUARULH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281845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 OLIVEIRAS DISTRIBU - SA - SA - SAO PAU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BMB MATERIAL DE CONS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MAX LONAS E ACESSORI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BMB MATERIAL DE CONS - SU - SUZANO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JORTEK EXPRESS - GUARULHO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 B DE AGUILAR TRANS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SEVERINO MELO ALVES - SAO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FM TRANSPORTES, LOCA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CLODOALDO COM DE ENC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TRANSPRESS TRANSPORT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DUCORTE FERRAMENTAS - SAO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TEMPO REAL TRANSPORT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ITACORDA INDUSTRIA E - PE - PENHA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RAPIDO XAPURI TRANSP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STM TRANSPORTES RODO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