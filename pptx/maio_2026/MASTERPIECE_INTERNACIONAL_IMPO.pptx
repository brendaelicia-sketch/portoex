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MASTERPIECE INTERNACIONAL IMPO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100.0%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100.0% → 100.0%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(100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RP DISTRIBUICAO E RE - FL - FLORIANOPOLI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J&amp;CIA - FLORIANOPOLIS / S - FLORIANOPOLI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DANILO DE SOUZA - FLORIAN - FLORIANOPOLI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SPACEBOX HEADSHOP - GOIAN - GOIANIA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LCG DISTRIBUIDORA LT - BA - BALNEARIO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MASTERPIECE INTERNAC - RI - RIO DE JANEI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REGIS G.MARQUES - PORTO A - PORTO ALEGRE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TABAKOMBILTDA - CAXIAS DO - CAXIAS DO SU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TABACARIA TABAK LADE - JA - JABOATAO 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GUSMAO PRESENTES - SAO PA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PARAISO ROOTS - SAO PAULO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IMNUNES ARTIGOS NACI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AMANDA DE LEMOS VASC - RE - RECIFE / 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SPLIFF HOUSE LTDA - FLORI - FLORIANOPOLI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