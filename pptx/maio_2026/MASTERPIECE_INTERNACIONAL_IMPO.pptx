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0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0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MASTERPIECE INTERNACIONAL IMPO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+100.0pp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0.0% →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RP DISTRIBUICAO E RE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J&amp;CIA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DANILO DE SOUZA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SPACEBOX HEADSHOP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LCG DISTRIBUIDORA LT - BALNEARIO CAMBORIU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MASTERPIECE INTERNAC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REGIS G.MARQUES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TABAKOMBILTDA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TABACARIA TABAK LADE - JABOATAO DOS GUARARAPES / 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GUSMAO PRESENTES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PARAISO ROOTS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IMNUNES ARTIGOS NACI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AMANDA DE LEMOS VASC - RECIFE / 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SPLIFF HOUSE LTDA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