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596</c:v>
                </c:pt>
                <c:pt idx="1">
                  <c:v>575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LM DISTRIBUIDORA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41.67%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41.67%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+1.67pp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41.67%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40.0% → 41.67% - Crítico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282122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FURACAO - FORTALEZA / CE - FOR - FORTALE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FORTALEZA/CE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282317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ELETRONORD DISTRIBUI - FO - FO - FORTALE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FORTALEZA/CE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(42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LM DISTRIBUIDORA DE - ARA - ARAQUARI /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FURACAO - ESPIRITO S - SE - SERRA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FURACAO - FORTALEZA / CE - FORTALEZA /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FW DISTRIBUIDORA LTD - IT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CYCLONE DISTRIBUIDOR - GO - GOIANIA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ELETRONORD DISTRIBUI - FO - FORTALEZA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KARPECAS PRODUTOS AU - BR - BRASILIA /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MESTRE DAS VANS DIST - GU - GUARULHOS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FURACAO - SALVADOR - SALV - SALVADOR /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SPARK COMERCIO DE PE - AN - ANANINDEUA /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FURACAO - PORTO ALEG - PO - PORTO ALEGRE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FURACAO - GOIANIA - GOIAN - GOIANIA / 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FW DISTRIB LTDA - BE - BE - BELO HORIZON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CASTRO DISTRIB DE PE - GU - GUARULHOS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