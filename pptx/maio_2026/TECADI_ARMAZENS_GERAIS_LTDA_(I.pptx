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112</c:v>
                </c:pt>
                <c:pt idx="1">
                  <c:v>116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5</c:v>
                </c:pt>
                <c:pt idx="1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TECADI ARMAZENS GERAIS LTDA (I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95.87%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95.73%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95.87%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+0.14pp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95.73%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95.73% → 95.87%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ABECOM ROLAMENTOS 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282680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IRSA ROLAMENTOS S/A - SANTO ANDRE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SANTO ANDRE/SP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(21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ABECOM ROLAMENTOS 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ENCOPEL COMERCIO DE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90.48%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IRSA ROLAMENTOS S/A - SANTO ANDRE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BEM ESTAR LONDRINA L - LONDRINA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VIP REPAIR CENTER AS - CURITIBA / 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NORPEM COMERCIAL LTD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INFINITY ASSISTENCIA - JUIZ DE FORA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GMX TECNOLOGIA E SER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ELETRORARO COM DE EL - BELO HORIZONTE /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MINASFAST TECNOLOGIA - CONTAGEM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FIX IT ASSISTENCIA E - PORTO ALEGRE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GLOBAL EXPRESS ASSIS - UBERLANDIA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COLD SUMMER SOLUCOES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EXCELLENCE ELETRODOM - ARAPONGAS / 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