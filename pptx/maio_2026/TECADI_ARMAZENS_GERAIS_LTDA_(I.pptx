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TECADI ARMAZENS GERAIS LTDA (I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95.8%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95.8% → 95.8% - Bom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282649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ABECOM ROLAMENTOS E - SAO - SA - SAO PAU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IRSA ROLAMENTOS S/A - SAN - SA - SANTO 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SANTO ANDRE/SP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ABECOM ROLAMENTOS E - SAO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ENCOPEL COMERCIO DE - SAO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90.5%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IRSA ROLAMENTOS S/A - SAN - SANTO ANDRE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BEM ESTAR LONDRINA L - LO - LONDRINA / 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VIP REPAIR CENTER AS - CU - CURITIBA /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NORPEM COMERCIAL LTD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INFINITY ASSISTENCIA - JU - JUIZ DE FORA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ELETRORARO COM DE EL - BE - BELO HORIZON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FIX IT ASSISTENCIA E - PO - PORTO ALEGRE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GMX TECNOLOGIA E SER - RI - RIO DE JANEI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COLD SUMMER SOLUCOES - RI - RIO DE JANEI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MINASFAST TECNOLOGIA - CO - CONTAGEM /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EXCELLENCE ELETRODOM - AR - ARAPONGAS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 CELL COMERCIO E SE - DU - DUQUE DE CAX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