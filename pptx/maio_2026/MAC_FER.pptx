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MAC 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+96.3pp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0% → 96.3%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SERGIO ESTIVAN - TRA - SAO CAETANO DO SUL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CAETANO DO SUL/SP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912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PICCOLI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PICCOLI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TERMACO LOGISTICA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90.91%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GIRO CERTO ENCOMENDA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TRANSMETELLO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LOG 100 LOGISTICA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PHOENIX LOG TRANSPOR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TIAGO TAVARES DE ALM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TRANSPORTES BERTOLIN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ADEMIR DA SILVA LTDA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EXPRESSO RIO VERMELH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CARVALIMA TRANSPORTE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AMIGO TRANSPORTES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PATRICIA RIOS DURAN - LEME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COMERCIAL VICENTINA - CARAPICUIBA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