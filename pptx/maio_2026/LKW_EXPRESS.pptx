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LKW EXPRESS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→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(0)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(100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LKW EXPRESS - JOINVILLE / - JOINVILLE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SOMA/SP PRODUTOS HOS - SA - SAO BERNARDO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