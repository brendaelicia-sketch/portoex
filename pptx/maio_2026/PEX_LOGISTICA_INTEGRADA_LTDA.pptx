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253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97.31%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97.31%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+97.31pp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0.0% → 97.31%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(7)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280896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PATRICIA RIOS DURAN - LEME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LEME/SP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284326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TRANSVITOR TRANSPORT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(138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PICCOLI TRANSPORTES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TERMACO LOGISTICA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 C E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LOG 100 LOGISTICA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GIRO CERTO CARGAS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LULI IND. E COM. DE - RODEIO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SCHROEDER FAB TEC MA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PWK TEXTIL LTDA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LUATEX MALHAS EIRELI - GUABIRUBA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TRANSPORTES BERTOLIN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MAYZEER MALHARIA LTD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HAYAMAX ASA-BRANCA - IBIPORA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