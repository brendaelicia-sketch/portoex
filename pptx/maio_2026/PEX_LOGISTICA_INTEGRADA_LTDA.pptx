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PEX LOGISTICA INTEGRADA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96.92%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96.92%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+0.72pp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96.2% → 96.92% - Bom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280896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PATRICIA RIOS DURAN - LEM - LE - LEME/SP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LEME/SP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283561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CA - CA - CAJAMAR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CAJAMAR/SP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(97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BRAFT DO BRASIL IMPO - GU - GUARULHOS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PICCOLI TRANSPORTES - GUA - GUARULHOS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TERMACO LOGISTICA - GUARU - GUARULHOS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CA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 C E TEXTIL LTDA - JOINV - JOINVILLE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LOG 100 LOGISTICA - SAO P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GIRO CERTO CARGAS E - GUA - GUARULHOS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LULI IND. E COM. DE - ROD - RODEIO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SCHROEDER FAB TEC MA - JO - JOINVILLE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PWK TEXTIL LTDA - JOINVIL - JOINVILLE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LUATEX MALHAS EIRELI - GU - GUABIRUBA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TRANSPORTES BERTOLIN - GU - GUARULHOS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MAYZEER MALHARIA LTD - BR - BRUSQUE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HAYAMAX ASA-BRANCA - IBIP - IBIPORA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