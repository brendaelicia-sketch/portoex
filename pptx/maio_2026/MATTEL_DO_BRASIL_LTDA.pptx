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120</c:v>
                </c:pt>
                <c:pt idx="1">
                  <c:v>131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MATTEL DO BRASIL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98.36%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+0.14pp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98.36%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98.36% → 98.5%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283230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 HAPPY BRINQUEDOS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BELO HORIZONTE/MG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283602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PBKIDS BRINQUEDOS LT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CURITIBA/PR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96.15%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 HAPPY BRINQUEDOS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AMAZONSERVICOS DE VA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MATTEL DO BRASIL LTD - NAVEGANTES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 HAPPY BRINQUEDOS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 HAPPY BRINQUEDOS - VILA VELHA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NOVA SANTA RITA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BETIM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COMERCIO DE MEDICAME - GRAVATAI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AMERICANAS S.A. - UBERLANDIA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 HAPPY BRINQUEDOS - GOIANIA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 HAPPY BRINQUEDOS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RIBEIRAO DAS NEVES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GSW UTENSILIOS LTDA - MONTENEGRO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T14 COM BRINQ ACES E - LONDRINA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