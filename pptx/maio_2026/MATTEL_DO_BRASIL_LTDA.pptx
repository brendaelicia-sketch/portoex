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-0.03pp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98.5% → 98.47%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BEL - BE - BELO 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PBKIDS BRINQUEDOS LT - CU - CU - CURITIB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CURITIBA/PR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BEL - BELO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MATTEL DO BRASIL LTD - NA - NAVEGANTES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BRA - BRASILIA /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SERVICOS DE V - BE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AMAZONSERVICOS DE VA - BR - BRASILIA /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COMERCIO DE MEDICAME - GR - GRAVATAI / 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GOI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 HAPPY BRINQUEDOS - VIL - VILA VELHA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AMAZON SERVICOS DE V - NO - NOVA SANTA 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GSW UTENSILIOS LTDA - MON - MONTENEGRO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BNA COMERCIO BRINQUE - CA - CAMPO GRANDE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SMP COMERCIO BRINQUE - CA - CAMPO GRANDE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BIANCA N.O. ACORSE E - CA - CAMPO GRANDE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T14 COM BRINQ ACES E - LO - LONDRINA / 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