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IGP - CLINI COMERCIO, IMPORTAC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+3.3pp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94.5% → 97.8% - Bom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HERBERT PAUL BRANDT - LON - LO - LONTRAS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LONTRAS/SC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283847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DARBIKE COMERCIO DE - BRU - BR - BRUSQUE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BRUSQUE/SC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IGP - CLINI COMERCIO - SA - SAO JOSE 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CARBON COMERCIO DE B - CR - CRICIUMA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CICLES HOFFMANN COME - FL - FLORIANOPOLI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AK VASCONCELOS - SAO PAUL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IGP-CLINI COM IMP EX - IN - INDAIATUBA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RICARDO FRANCIO ME - VIDE - VIDEIRA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CASTRO&amp;LIN MANUT - SAO PA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PROCICLO BIKE SHOP L - JA - JARAGUA DO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COLINA BIKES LTDA - JOINV - JOINVILLE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FELIPE MARANGONU ME - BLU - BLUMENAU / 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MARCELO MOSER - BLUMENAU  - BLUMENAU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DEMARCHI S BIKE SHOP - SA - SAO BENTO 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AC VASCONCELOS ESPOR - SA - SAO PAULO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PORTOEXPRESS LOGISTI - IT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