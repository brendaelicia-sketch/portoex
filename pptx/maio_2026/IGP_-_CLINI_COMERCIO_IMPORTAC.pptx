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89</c:v>
                </c:pt>
                <c:pt idx="1">
                  <c:v>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IGP - CLINI COMERCIO, IMPORTAC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97.8%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97.8% → 97.8%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283151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HERBERT PAUL BRANDT - LONTRAS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LONTRAS/SC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283847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DARBIKE COMERCIO DE - BRUSQUE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BRUSQUE/SC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(36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IGP - CLINI COMERCIO - SAO JOSE DOS PINHAIS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CARBON COMERCIO DE B - CRICIUMA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CICLES HOFFMANN COME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AK VASCONCELOS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IGP-CLINI COM IMP EX - INDAIATUBA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RICARDO FRANCIO ME - VIDEIRA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CASTRO&amp;LIN MANUT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PROCICLO BIKE SHOP L - JARAGUA DO SUL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COLINA BIKES LTDA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FELIPE MARANGONU ME - BLUMENAU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MARCELO MOSER - BLUMENAU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DEMARCHI S BIKE SHOP - SAO BENTO DO SUL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AC VASCONCELOS ESPOR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PORTOEXPRESS LOGISTI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