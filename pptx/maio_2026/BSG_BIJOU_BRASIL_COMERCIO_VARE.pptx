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Abril 2026</c:v>
                </c:pt>
                <c:pt idx="1">
                  <c:v>Maio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formatCode>General</c:formatCode>
                <c:pt idx="0">
                  <c:v>77</c:v>
                </c:pt>
                <c:pt idx="1">
                  <c:v>132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Abril 2026</c:v>
                </c:pt>
                <c:pt idx="1">
                  <c:v>Maio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formatCode>General</c:formatCode>
                <c:pt idx="0">
                  <c:v>0</c:v>
                </c:pt>
                <c:pt idx="1">
                  <c:v>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MAIO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BSG BIJOU BRASIL COMERCIO VARE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Nossa rota e ir alem das 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133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132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99.25%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Abril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Maio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132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Fora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99.25%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-0.75pp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Maio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99.25%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Abril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100% → 99.25% - Excelente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(1)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>282392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LAROCCA MODA E ACESS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SAO PAULO/SP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09/05/2026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4389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99.22%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(16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BSG BIJOU BRASIL COM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VMS BIJUTERIAS E ACE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LAROCCA MODA E ACESS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83.33%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SASAKI MODA E ACESSO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GIRASSOL ACESSORIOS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CMGL MORUMBI ACESSOR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BL TIJU ACESSORIOS L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BM MODAS E ACESSORIO - CAMPINAS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MAJO MODAS E ACESSOR - MOGI GUACU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CMC LITTLE STORE LTD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BL ANALIA BIJUTERIAS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CMC LUNA ACESSORIOS - SAO CAETANO DO SUL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BSG BIJOU BRASIL COM - ITAJAI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RAPIDO XAPURI TRANSP - GUARULHOS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