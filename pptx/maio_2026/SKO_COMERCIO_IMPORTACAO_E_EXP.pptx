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596</c:v>
                </c:pt>
                <c:pt idx="1">
                  <c:v>575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SKO COMERCIO, IMPORTACAO E EXP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139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87.05%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87.1%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87.05%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-0.05pp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87.05%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87.1%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87.1% → 87.05% - Crítico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(18)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279708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LAURENTIZ - COMERCIO - JA - JA - JABOTIC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JABOTICABAL/SP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04/05/2026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279722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INLUX CALCADOS LTDA - ASS - AS - ASSIS/S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ASSIS/SP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04/05/2026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90.5%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(87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VERDEN COMERCIO DE C - SA - SAO PAULO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VITTI VITTI LTDA - E - RI - RIO CLARO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VIPE COMERCIO DE CAL - CA - CATANDUVA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ISABELA MARQUES BISP - PA - PARAPUA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LAURENTIZ - COMERCIO - JA - JABOTICABAL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J J B CALCADOS LTDA - OUR - OURINHOS /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INLUX CALCADOS LTDA - ASS - ASSIS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 COMERCIO DE CALCA - IN - INDAIATUBA /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SILVANA APARECIDA TE - DE - DESCALVADO 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LOLITA SAPATOS E ACE - BU - BURI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RIO SUL COMERCIO DE - BOT - BOTUCATU /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ANA VICTORIA GUARIEN - NE - NEVES PAULIS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MARI LOPES CALCADOS - ADA - ADAMANTINA 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MARIA L. G. ALMEIDA - PAL - PALMITAL /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