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formatCode>General</c:formatCode>
                <c:pt idx="0">
                  <c:v>121</c:v>
                </c:pt>
                <c:pt idx="1">
                  <c:v>167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formatCode>General</c:formatCode>
                <c:pt idx="0">
                  <c:v>18</c:v>
                </c:pt>
                <c:pt idx="1">
                  <c:v>16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SKO COMERCIO, IMPORTACAO E EXP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183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91.26%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/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46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87.05%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91.26%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+4.21pp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87.05%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87.05% → 91.26%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(16)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279708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LAURENTIZ - COMERCIO - JABOTICABAL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JABOTICABAL/SP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t>279722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INLUX CALCADOS LTDA - ASSIS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ASSIS/SP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39901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86.84%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91.67%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/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(175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VERDEN COMERCIO DE C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VITTI VITTI LTDA - E - RIO CLARO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50.0%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VIPE COMERCIO DE CAL - CATANDUVA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F P MEDEIROS COMERCI - CACHOEIRO DE ITAPEMIRIM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ISABELA MARQUES BISP - PARAPUA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LAURENTIZ - COMERCIO - JABOTICABAL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J J B CALCADOS LTDA - OURINHOS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A&amp;C CALCADOS LTDA - DIVINOPOLIS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G.B. CASTRO TEIXEIRA - PATOS DE MINAS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INLUX CALCADOS LTDA - ASSIS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Crítico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LUCAS FELIPPE PAULET - PATROCINIO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RENEE SHOES LTDA - PARA DE MINAS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CASTRO ALVES CALCADO - LINHARES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GONCALVES &amp; LEVISKI - ARAXA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