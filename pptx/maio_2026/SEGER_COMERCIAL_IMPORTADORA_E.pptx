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</c:v>
                </c:pt>
                <c:pt idx="1">
                  <c:v>575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SEGER COMERCIAL IMPORTADORA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71.43%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71.43%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+4.73pp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71.43%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66.7% → 71.43% - Crítico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(6)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281893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BRAVO ARMAZENS GERAI - UB - UB - UBERABA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UBERABA/MG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282229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SEGER COMERCIAL IMP. - SA - SA - SAO PAU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PAULO/SP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83.3%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(71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PORTOEXPRESS LOGISTI - IT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HZ TELECOMUNICACOES - SAO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SEGER COMERCIAL IMPO - FL - FLORIANOPOLI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FOSNOR - FOSFATAS DO - LU - LUIS EDUARDO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MINERACAO CARAIBA S/ - JA - JAGUARARI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VOTECH TECNOLOGIA EM - CU - CUIABA / MT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FUNDACAO DE DESENVOL - CA - CAMPINAS /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BRAVO ARMAZENS GERAI - UB - UBERABA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EDITORA POLIEDRO LTD - SA - SAO JOSE 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SEGER COMERCIAL IMP. - SA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PET CENTER COMERCIO - SAO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COMP BRASILEIRA DE E - JU - JUNDIAI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PETROCOQUE S A INDUS - CU - CUBATAO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UNIUBE - UNIVERSIDAD - UB - UBERABA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