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MERIDIAN DISTRIBUIDORA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(100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SUPRA ALIMENTOS E BE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MERIDIAN DISTRIBUIDO - IT - ITAQUAQUECET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VINHO ATE VOCE LTDA. - CA - CAMPOS DO 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TUANA RAFAELA DE SOU - IN - INDAIATUBA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CASA SAO BENTO LANCH - GU - GUARULHOS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SOL NATAL TRANSPORTE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LTP COMERCIO DE VINH - IT - ITATIBA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RENATO BOZZINI CARLU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ROBERTO FULANETE - INDAIA - INDAIATUBA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RESTAURANTES CAMBUI - CAM - CAMPINAS /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O. S. J. COMERCIO DE - SA - SAO JOSE 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CARAVAGGIO WINE BOUT - GU - GUARULHOS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RIO DAS PEDRAS COM D - CA - CAMPINAS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TAU SOFTWARE - SAO PAULO 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