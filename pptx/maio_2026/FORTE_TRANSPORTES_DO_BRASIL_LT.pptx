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357</c:v>
                </c:pt>
                <c:pt idx="1">
                  <c:v>358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5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FORTE TRANSPORTES DO BRASIL 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98.62%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98.62%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98.62%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98.62% → 98.62%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BMQ AUTOMOVEIS LTDA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BELO HORIZONTE/MG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283317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LIA E ANNETTE INDUST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RIO DE JANEIRO/RJ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98.04%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95.45%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DUO SP COMERCIO DE V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LTDA.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BCLV COMERCIO DE VEI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BMQ AUTOMOVEIS LTDA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95.45%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LTDA.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PORSCHER BRASIL IMPO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LTDA. - PORTO ALEGRE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BCLV COMERCIO DE VEI - BRASILIA / 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 - RIBEIRAO PRETO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LIA E ANNETTE INDUST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94.74%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CENTRO TECNICO DE VE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 BL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