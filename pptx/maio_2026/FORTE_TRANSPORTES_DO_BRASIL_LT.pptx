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596</c:v>
                </c:pt>
                <c:pt idx="1">
                  <c:v>575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22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FORTE TRANSPORTES DO BRASIL 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362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98.62%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98.6%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98.62%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+0.02pp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98.62%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98.6%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98.6% → 98.62%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(5)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282179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BMQ AUTOMOVEIS LTDA - BEL - BE - BELO HO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BELO HORIZONTE/MG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283317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LIA E ANNETTE INDUST - RI - RI - RIO DE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RIO DE JANEIRO/RJ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19/05/2026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98.0%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97.3%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Bom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95.5%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Bom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(99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DUO SP COMERCIO DE V - SA - SAO PAULO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MRH VEICULOS LTDA. - SAO  - SAO PAULO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BCLV COMERCIO DE VEI - GO - GOIANIA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BMQ AUTOMOVEIS LTDA - BEL - BELO HORIZON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95.5%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Bom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MRH VEICULOS - CURITIBA / - CURITIBA / 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MRH VEICULOS LTDA. - FLOR - FLORIANOPOLI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PORSCHER BRASIL IMPO - SA - SAO PAULO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MRH VEICULOS LTDA. - PORT - PORTO ALEGRE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BCLV COMERCIO DE VEI - BR - BRASILIA /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MRH VEICULOS LTDA - RIO D - RIO DE JANEI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LIA E ANNETTE INDUST - RI - RIO DE JANEI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CENTRO TECNICO DE VE - SA - SAO PAULO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MRH VEICULOS LTDA BL - BL - BLUMENAU /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MRH VEICULOS LTDA - RIBEI - RIBEIRAO PRE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94.4%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