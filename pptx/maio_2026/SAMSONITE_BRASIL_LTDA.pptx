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596</c:v>
                </c:pt>
                <c:pt idx="1">
                  <c:v>575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Sheet1!$A$2:$A$3</c:f>
              <c:strCache>
                <c:ptCount val="2"/>
                <c:pt idx="0">
                  <c:v>Maio 2026</c:v>
                </c:pt>
                <c:pt idx="1">
                  <c:v>Abril 2026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22</c:v>
                </c:pt>
                <c:pt idx="1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MAIO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SAMSONITE BRASIL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317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97.16%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/>
                        <a:t>Maio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-7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97.16%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+2.16pp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131673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Maio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97.16%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t>Abril 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318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95.0% → 97.16% - Bom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(9)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11521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281070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DO BRASIL - SAO - SA - SAO PAU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SAO PAULO/SP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30/04/2026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t>281740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RMS SOLUTIONS LTDA R - OS - OS - OSASCO/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OSASCO/SP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07/05/2026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ENTREGUE FORA DO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39901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280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97.2%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Bom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GO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MG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DF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>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9010"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/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(97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BRASIL LTD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98.4%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NAMASTE SERVICOS LTD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23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INOVATHI PARTICIPACO - SA - SAO PAULO / 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DO BRASIL - SAO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91.7%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Regular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 PRAIA ARTIGOS DE - SA - SANTOS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BRASIL LTD - IT - ITUPEVA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SATE BALNEA ARTIGOS - BAL - BALNEARIO 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SAAM PAULISTA ARTIGO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INTERTRAVEL BRASIL C - RI - RIBEIRAO PRE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TRIPOLI CENTER COURO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SAL PIRACICABA ARTIG - PI - PIRACICABA /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SAMITT JARDIM ARTIGO - SA - SAO PAULO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GIOVANA S. VIEIRA CO - CA - CAMPINAS /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SAMSONITE BRASIL LTD - SA - SAO ROQUE / 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