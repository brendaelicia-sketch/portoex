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formatCode>General</c:formatCode>
                <c:pt idx="0">
                  <c:v>299</c:v>
                </c:pt>
                <c:pt idx="1">
                  <c:v>309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formatCode>General</c:formatCode>
                <c:pt idx="0">
                  <c:v>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SAMSONITE BRASIL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99.36%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99.34%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99.36%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+0.02pp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99.36%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99.34%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99.34% → 99.36%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281740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RMS SOLUTIONS LTDA R - OSASCO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OSASCO/SP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07/05/2026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281959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SAMSONITE BRASIL LTD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09/05/2026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99.29%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(111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SAMSONITE BRASIL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NAMASTE SERVICOS LTD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INOVATHI PARTICIPACO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SAMSONITE DO BRASIL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SAM PRAIA ARTIGOS DE - SANTOS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SAMSONITE BRASIL LTD - SAO ROQUE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SAMSONITE BRASIL LTD - ITUPEVA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SATE BALNEA ARTIGOS - BALNEARIO CAMBORIU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SAAM PAULISTA ARTIGO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INTERTRAVEL BRASIL C - RIBEIRAO PRETO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SAL PIRACICABA ARTIG - PIRACICABA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GIOVANA S. VIEIRA CO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DUFRY DO BRASIL DUTY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SAS NORTE ARTIGOS DE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