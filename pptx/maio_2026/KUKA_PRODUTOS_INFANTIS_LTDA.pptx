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41</c:v>
                </c:pt>
                <c:pt idx="1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0</c:v>
                </c:pt>
                <c:pt idx="1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KUKA PRODUTOS INFANTIS LTDA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100.0%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+0.0pp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100% → 100.0%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(0)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(18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HAVAN LOJAS DE DEPAR - BARRA VELHA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BRASAO SUPERMERCADOS - CHAPECO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SUPER LIDER ALIMENTO - TUBARAO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COOPERATIVA DE PROD. - BLUMENAU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KOCH HIPERMERCADO S/ - TIJUCAS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LOJAS DE DEPARTAMENT - JOINVILLE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PROEPI HIGIENE E PRO - BARRA VELHA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D&amp;D DISTRIBUIDOR - BRUSQUE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BISTEK - SUPERMERCAD - ICARA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GENESIO A. MENDES E - TUBARAO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PRADO SUPERMERCADO L - BIGUACU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MONIARI SUPERMERCADO - ICARA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DROGASUL DISTRIB. DE - CHAPECO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SUPERMERCADOS ARCHER - BRUSQUE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