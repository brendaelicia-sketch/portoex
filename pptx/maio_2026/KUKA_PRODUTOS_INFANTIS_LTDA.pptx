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KUKA PRODUTOS INFANTIS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+3.8pp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96.2% →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(0)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(100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HAVAN LOJAS DE DEPAR - BA - BARRA VELHA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DROGASUL DISTRIB. DE - CH - CHAPECO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SUPERMERCADOS ARCHER - BR - BRUSQUE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MASTER ATS SUPERMERC - XA - XANXERE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BRASAO SUPERMERCADOS - CH - CHAPECO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SUPER LIDER ALIMENTO - TU - TUBARAO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COOPERATIVA DE PROD. - BL - BLUMENAU /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KOCH HIPERMERCADO S/ - TI - TIJUCAS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LOJAS DE DEPARTAMENT - JO - JOINVILLE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PROEPI HIGIENE E PRO - BA - BARRA VELHA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D&amp;D DISTRIBUIDOR - BRUSQU - BRUSQUE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BISTEK - SUPERMERCAD - IC - ICARA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GENESIO A. MENDES E - TUB - TUBARAO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PRADO SUPERMERCADO L - BI - BIGUACU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