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596</c:v>
                </c:pt>
                <c:pt idx="1">
                  <c:v>575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22</c:v>
                </c:pt>
                <c:pt idx="1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BATIKI COM IMPORT EXPORT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113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92.92%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+3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90.3%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92.92%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+2.62pp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92.92%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90.3%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90.3% → 92.92%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(8)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>282113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TCB COMERCIO DE ARTI - SA - SA - SAO PAU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12/05/2026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>282115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CHRISTIANE GIRON ME - ARA - AR - ARARAQU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ARARAQUARA/SP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13/05/2026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93.2%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93.8%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TO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MT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(93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VELOCARGAS BRASIL E - GUA - GUARULHOS /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VAILOG TRANSPORTES E - SA - SAO PAULO / 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TITANIO TRANSPORTES - GUA - GUARULHOS /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WILSON LUIS TRANSPOR - GU - GUARULHOS / 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BATIKI COM IMPORT EX - SA - SAO JOSE DO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TRANSPRESS TRANSPORT - GU - GUARULHOS / 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33.3%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ADERALDO GONCALVES D - BR - BRASILIA / 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LANDRICO MINAS LTDA - SAO - SAO PAULO / 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SERAFIM TRANSPORTE D - GU - GUARULHOS /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ERF SILVA ACESSORIOS - SA - SAO PAULO / 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DUTRA E FERNANDES LT - VI - VIANOPOLIS 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LOJAS KAZAN LTDA - ITABER - ITABERAI / 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JOVELINA JOSE BORGES - IP - IPAMERI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RAFAELA PAVINATTO JO - RI - RIO DE JANEI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