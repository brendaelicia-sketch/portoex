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106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Abril 2026</c:v>
                </c:pt>
                <c:pt idx="1">
                  <c:v>Maio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formatCode>General</c:formatCode>
                <c:pt idx="0">
                  <c:v>0</c:v>
                </c:pt>
                <c:pt idx="1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BATIKI COM IMPORT EXPORT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113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106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93.81%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93.81%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+93.81pp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93.81%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0.0% → 93.81% - Regular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(7)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282113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TCB COMERCIO DE ARTI - SAO PAULO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12/05/2026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282115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CHRISTIANE GIRON ME - ARARAQUARA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ARARAQUARA/SP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13/05/2026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94.52%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93.75%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TO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(83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VELOCARGAS BRASIL E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VAILOG TRANSPORTES E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TITANIO TRANSPORTES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WILSON LUIS TRANSPOR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BATIKI COM IMPORT EX - SAO JOSE DO RIO PRETO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TRANSPRESS TRANSPORT - GUARULHOS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66.67%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ADERALDO GONCALVES D - BRASILIA / DF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LANDRICO MINAS LTDA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SERAFIM TRANSPORTE D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ERF SILVA ACESSORIOS - SAO PAULO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DUTRA E FERNANDES LT - VIANOPOLIS /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LOJAS KAZAN LTDA - ITABERAI / 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JOVELINA JOSE BORGES - IPAMERI /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RAFAELA PAVINATTO JO - RIO DE JANEIRO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