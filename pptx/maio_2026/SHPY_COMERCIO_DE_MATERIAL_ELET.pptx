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SHPY COMERCIO DE MATERIAL ELET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96.3%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96.3%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+7.4pp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88.9%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88.9% → 96.3% - Bom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284502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SHPY COMERCIO DE MAT - IT - IT - ITAJAI/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ITAJAI/SC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(96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SHPY COMERCIO DE MAT - IT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ANDRA S A ELECTRIC S - JO - JOINVILLE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ANDRA S/A ELECTRIC S - CU - CURITIBA /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ANDRA S A ELECTRIC S - CA - CAJAMAR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MAFISOLLI E FILHOS E - BI - BIRIGUI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ALFA FRANCA MATERIAI - FR - FRANCA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DANIEL REZENDE CAVAL - AR - ARACATUBA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CANASSA LED ARTIGOS - BIR - BIRIGUI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GARANCI MATERIAIS EL - IT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