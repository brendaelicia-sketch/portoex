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formatCode>General</c:formatCode>
                <c:pt idx="0">
                  <c:v>26</c:v>
                </c:pt>
                <c:pt idx="1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formatCode>General</c:formatCode>
                <c:pt idx="0">
                  <c:v>1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SHPY COMERCIO DE MATERIAL ELET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96.3%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96.3% → 96.3%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284502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SHPY COMERCIO DE MAT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92.31%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SHPY COMERCIO DE MAT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85.71%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ANDRA S A ELECTRIC S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ANDRA S/A ELECTRIC S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ANDRA S A ELECTRIC S - CAJAMAR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MAFISOLLI E FILHOS E - BIRIGUI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ALFA FRANCA MATERIAI - FRANCA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DANIEL REZENDE CAVAL - ARACATUBA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CANASSA LED ARTIGOS - BIRIGUI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GARANCI MATERIAIS EL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