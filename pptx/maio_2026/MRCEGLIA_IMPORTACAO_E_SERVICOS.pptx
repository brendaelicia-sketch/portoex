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+92.5pp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0.0% → 92.5%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280714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ALBERTO ANDRES ANDRE - JOAO PESSOA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JOAO PESSOA/PB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280719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PITINHO DE PALHA PRO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BRASILIA/DF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REGIS G.MARQUES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TRUST MEGA TECHNOLOG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JAY ARBUDA PRESENTES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TABACARIA HIJAZI - SAO LUIZ / 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JP COMERCIO EXTERIOR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WELLINGTON PIRES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COMERCIAL LANZO ARTI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JOSIEL DE OLIVEIRA C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ERICKSON EUGENIO SUZ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BE HAPPY TABACARIA L - VOLTA REDONDA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SPACEBOX HEADSHOP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PARAISO ROOTS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JOAO RICARDO CARREGA - BARRETOS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GUSMAO PRESENTES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