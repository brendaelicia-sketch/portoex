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596</c:v>
                </c:pt>
                <c:pt idx="1">
                  <c:v>575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MRCEGLIA IMPORTACAO E SERVICOS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92.5%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92.5% → 92.5%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280714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ALBERTO ANDRES ANDRE - JO - JO - JOAO 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JOAO PESSOA/PB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08/05/2026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280719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PITINHO DE PALHA PRO - BR - BR - BRASILI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BRASILIA/DF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08/05/2026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(92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REGIS G.MARQUES - PORTO A - PORTO ALEGRE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TRUST MEGA TECHNOLOG - SA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JAY ARBUDA PRESENTES - SA - SAO PAULO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TABACARIA HIJAZI - SAO LU - SAO LUIZ / 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JP COMERCIO EXTERIOR - RI - RIO DE JANEI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WELLINGTON PIRES DE - SAO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COMERCIAL LANZO ARTI - SA - SAO PAULO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JOSIEL DE OLIVEIRA C - CA - CAXIAS DO SU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ERICKSON EUGENIO SUZ - CA - CAXIAS DO SU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BE HAPPY TABACARIA L - VO - VOLTA REDOND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SPACEBOX HEADSHOP - GOIAN - GOIANIA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PARAISO ROOTS - SAO PAULO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JOAO RICARDO CARREGA - BA - BARRETOS /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GUSMAO PRESENTES - SAO PA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