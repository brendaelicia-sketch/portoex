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PORTOEXPRESS LOGISTICA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+3.76pp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93.1% → 96.86% - Bom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YANKE COMERCIO ELETR - RI - RI - RIO CLA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RIO CLARO/SP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283379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YANKE COMERCIO ELETR - RI - RI - RIO CLA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RIO CLARO/SP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IT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KUKA PRODUTOS INFANT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YANKE COMERCIO ELETR - RI - RIO CLARO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 A ELECTRIC S - CA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NAMASTE SERVICOS LTD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TERMACO LOGISTICA - GUARU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GIRO CERTO CARGAS E - GUA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CUI - CUIABA / 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RAFAEL PAULISTA DE C - OS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BMB MATERIAL DE CONS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NSNA SOCIOAMBIENTAL - SAO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TIAGO TAVARES DE ALM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