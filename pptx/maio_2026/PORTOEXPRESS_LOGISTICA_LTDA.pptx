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153</c:v>
                </c:pt>
                <c:pt idx="1">
                  <c:v>155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4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97.45%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96.88%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-0.57pp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97.45%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97.45% → 96.88%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283706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(116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85.71%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KUKA PRODUTOS INFANT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YANKE COMERCIO ELETR - RIO CLARO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ANDRA S A ELECTRIC S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TERMACO LOGISTICA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CUIABA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RAFAEL PAULISTA DE C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NSNA SOCIOAMBIENTAL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