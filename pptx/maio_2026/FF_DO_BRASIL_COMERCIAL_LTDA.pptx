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FF DO BRASIL COMERCIAL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76.67%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-0.03pp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76.7% → 76.67%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ADM COMERCIO E ATACA - CA - CA - CARAPIC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CARAPICUIBA/SP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282376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AUTOPECAS MANCHA CAR - GU - GU - GUARULH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(77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MERCADOCAR MERCANTIL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FW DISTRIBUIDORA LTD - CA - CAMPINAS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 W DISTRIBUIDORA LT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FF DO BRASIL COMERCI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 W DISTRIBUIDORA LT - OS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GIRORAPIDO COM DE PE - RI - RIBEIRAO PRE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AR - ARAQUARI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ADM COMERCIO E ATACA - CA - CARAPICUIBA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NENO AUTO PECAS LTDA - SA - SAO JOSE DO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RODIPEL PECAS ELETRI - RI - RIBEIRAO PRE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OHASHI PECAS E ACESS - CA - CAMPINAS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RT7 PARTS LTDA - BAURU /  - BAURU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AUTOPECAS MANCHA CAR - GU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FURACAO - PIRACICABA - PI - PIRACICABA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