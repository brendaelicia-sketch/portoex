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formatCode>General</c:formatCode>
                <c:pt idx="0">
                  <c:v>0</c:v>
                </c:pt>
                <c:pt idx="1">
                  <c:v>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formatCode>General</c:formatCode>
                <c:pt idx="0">
                  <c:v>0</c:v>
                </c:pt>
                <c:pt idx="1">
                  <c:v>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FF DO BRASIL COMERCIAL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76.67%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76.67%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+76.67pp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76.67%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0.0% → 76.67% - Crítico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(7)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282033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ADM COMERCIO E ATACA - CARAPICUIBA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CARAPICUIBA/SP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282376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AUTOPECAS MANCHA CAR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(20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MERCADOCAR MERCANTIL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FW DISTRIBUIDORA LTD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66.67%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 W DISTRIBUIDORA LT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FF DO BRASIL COMERCI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 W DISTRIBUIDORA LT - OSASCO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GIRORAPIDO COM DE PE - RIBEIRAO PRETO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PORTOEXPRESS LOGISTI - ARAQUARI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ADM COMERCIO E ATACA - CARAPICUIBA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NENO AUTO PECAS LTDA - SAO JOSE DO RIO PRETO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RODIPEL PECAS ELETRI - RIBEIRAO PRETO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OHASHI PECAS E ACESS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RT7 PARTS LTDA - BAURU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AUTOPECAS MANCHA CAR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FURACAO - PIRACICABA - PIRACICABA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