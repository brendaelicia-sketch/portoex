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HERCULES EQUIPAMENTOS DE PROTE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97.91%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97.91%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+1.71pp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96.2% → 97.91% - Bom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280039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TECNOLOGIA DA MANUTE - MA - MA - MACEIO/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MACEIO/AL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281849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CORSUL COMERCIO E RE - SA - SA - SAO JOS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SAO JOSE/SC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WILSON SONS LOGISTIC - SA - SANTO ANDRE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DIMENSIONAL BRASIL S - GA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BUNZL EQUIPAMENTOS P - GU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NORTEL SUPRIMENTOS I - CA - CAMPINAS /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ATIVA DISTRIBUICAO E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NORTEL SUPRIMENTOS I - SE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NORTEL SUPRIMENTOS I - GO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LUZ TRANSPORTES - GUARULH - GUARULHOS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EXATA CARGO - GUARULHOS /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DIMENSIONAL BRASIL S - SE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RF-BRA TRANSPORTES L - GU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NORTEL SUPRIMENTOS I - PA - PARAUAPEBAS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FITASSUL COMERCIO DI - IT - ITAJUBA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ITURRI COIMPAR INDUS - AT - ATIBAIA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