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230</c:v>
                </c:pt>
                <c:pt idx="1">
                  <c:v>234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4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HERCULES EQUIPAMENTOS DE PROTE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98.29%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98.32%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+0.03pp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98.29%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98.29% → 98.32%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280039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TECNOLOGIA DA MANUTE - MACEIO / 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MACEIO/AL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07/05/2026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281849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SAO JOSE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JOSE/SC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95.83%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91.67%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(43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WILSON SONS LOGISTIC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CAMPINAS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ATIVA DISTRIBUICAO 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GOIANIA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LUZ TRANSPORTES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EXATA CARGO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90.91%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RF-BRA TRANSPORTES L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DIMENSIONAL BRASIL S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PARAUAPEBAS / 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FITASSUL COMERCIO DI - ITAJUBA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ITURRI COIMPAR INDUS - ATIBAIA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