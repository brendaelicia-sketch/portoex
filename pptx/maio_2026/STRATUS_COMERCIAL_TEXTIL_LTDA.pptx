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STRATUS COMERCIAL TEXTIL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98.96%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+1.06pp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97.9% → 98.96%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FAKINI MALHAS LTDA - POME - PO - POMEROD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POMERODE/SC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STRATUS COMERCIAL TE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CAJADAN TEXTIL LTDA. - JO - JOINVILLE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RAFAEL PAULISTA DE C - OS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EXPRESSO RODOVIARIO - SAO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TRANSPORTE ITAPIRENS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EVIDENCIA INDUSTRIA - BLU - BLUMENAU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CENTOPE INDUSTRIA DE - CE - CERQUILHO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TEXTIL DANESI LTDA - JAND - JANDIRA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JTM IND E COM DE VES - BL - BLUMENAU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FAKINI MALHAS LTDA - POME - POMERODE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BRASPRESS TRANSPORTE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 TRICCOT CONF LTDA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BRASMART INDUSTRIA D - BL - BLUMENAU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ESTILO J G CONFECCOE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