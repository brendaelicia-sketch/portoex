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95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1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STRATUS COMERCIAL TEXTIL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98.96%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98.96%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98.96%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98.96%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98.96% → 98.96%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281908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FAKINI MALHAS LTDA - POMERODE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POMERODE/SC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96.43%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(54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STRATUS COMERCIAL 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CAJADAN TEXTIL LTDA.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RAFAEL PAULISTA DE C - OSASCO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EXPRESSO RODOVIARIO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TRANSPORTE ITAPIRENS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EVIDENCIA INDUSTRIA - BLUMENAU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CENTOPE INDUSTRIA DE - CERQUILHO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TEXTIL DANESI LTDA - JANDIRA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JTM IND E COM DE VES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FAKINI MALHAS LTDA - POMERODE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66.67%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BRASPRESS TRANSPORTE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IN TRICCOT CONF LTDA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BRASMART INDUSTRIA D - BLUMENAU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ESTILO J G CONFECCOE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