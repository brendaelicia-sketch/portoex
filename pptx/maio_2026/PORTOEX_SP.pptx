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PORTOEX 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+100.0pp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(19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LIGHT ENGINE ILUMINA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HAVAN S.A - BARRA VELHA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HAVAN LOJAS DE DEPAR - BARRA VELHA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SUPERMERCADOS ARCHER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FF DO BRASIL COMERCI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FARMALAN COMERCIO DE - POMERODE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TIAGO LOPES DAVILA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237482 - COMERCIO DE - SAO JOSE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EMPRESA BRASILEIRA D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POSTO SC 401 LTDA (P - FLORIANOPOLIS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REVITALIZA SOLUCAO E - JOINVILLE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D&amp;D DISTRIBUIDOR - BRUSQUE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LEONI MULLER - NAVEGANTES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LUANA MORAES DOS SAN - BOMBINHAS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