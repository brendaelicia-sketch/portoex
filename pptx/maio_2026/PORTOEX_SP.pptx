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+4.3pp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95.7%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LIGHT ENGINE ILUMINA - IT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SUPERMERCADOS ARCHER - BR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FF DO BRASIL COMERCI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HAVAN LOJAS DE DEPAR - BA - BARRA VELHA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HAVAN S.A - BARRA VELHA / - BARRA VELHA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FARMALAN COMERCIO DE - PO - POMERODE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TIAGO LOPES DAVILA - FLOR - FLORIANOPOLI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237482 - COMERCIO DE - SA - SAO JOSE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EMPRESA BRASILEIRA D - FL - FLORIANOPOLI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POSTO SC 401 LTDA (P - FL - FLORIANOPOLI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REVITALIZA SOLUCAO E - JO - JOINVILLE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D&amp;D DISTRIBUIDOR - BRUSQU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LEONI MULLER - NAVEGANTES - NAVEGANTES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LUANA MORAES DOS SAN - BO - BOMBINHAS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