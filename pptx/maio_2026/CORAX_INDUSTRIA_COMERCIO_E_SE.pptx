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formatCode>General</c:formatCode>
                <c:pt idx="0">
                  <c:v>31</c:v>
                </c:pt>
                <c:pt idx="1">
                  <c:v>31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formatCode>General</c:formatCode>
                <c:pt idx="0">
                  <c:v>5</c:v>
                </c:pt>
                <c:pt idx="1">
                  <c:v>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MAIO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CORAX INDUSTRIA, COMERCIO E 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86.11%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/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/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86.11%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86.11%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+0.0pp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t>Maio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86.11%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86.11%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86.11% → 86.11% - Crítico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(5)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t>282735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NOVO HAMBURGO EMPREE - NOVO HAMBURGO / 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NOVO HAMBURGO/RS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18/05/2026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t>283301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UESLEI DA SILVA DE S - LINHARES / 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LINHARES/ES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21/05/2026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389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39901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81.82%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Crítico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87.5%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Crítico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Crítico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RJ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Crítico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(32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COMERCIO DE EQUIPAME - FARROUPILHA / 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CONSTRUTERRA CONST L - SAO LEOPOLDO / 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Crítico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EQS ENGENHARIA S.A. - SAO JOSE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MRV ENGENHARIA E PAR - LONDRINA / 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COTESA ENGENHARIA LT - FLORIANOPOLIS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COMFICA - PORTO ALEGRE / 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ELETROBRAS - FOZ DO IGUACU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LUIZ FERNANDO ARAUJO - MARINGA / 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TETRA CONSTRUCOES EL - MARINGA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SULTEC REPARACAO E M - PASSO FUNDO / 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INDIGO EQUIPAMENTOS - CURITIBA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MUELLER E PACHECO CO - JOINVILLE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NOVO HAMBURGO EMPREE - NOVO HAMBURGO / 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Crítico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AXIA ENERGIA SUL REG - CURITIBA / 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