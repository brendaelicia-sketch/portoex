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CORAX INDUSTRIA, COMERCIO E 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88.89%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88.89%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+9.99pp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88.89%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78.9% → 88.89% - Crítico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282735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NOVO HAMBURGO EMPREE - NO - NO - NOVO 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NOVO HAMBURGO/RS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283301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UESLEI DA SILVA DE S - LI - LI - LINHARE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LINHARES/ES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81.8%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(89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COMERCIO DE EQUIPAME - FA - FARROUPILHA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CONSTRUTERRA CONST L - SA - SAO LEOPOLDO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EQS ENGENHARIA S.A. - SAO - SAO JOSE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MRV ENGENHARIA E PAR - LO - LONDRINA / 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COTESA ENGENHARIA LT - FL - FLORIANOPOLI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COMFICA - PORTO ALEGRE /  - PORTO ALEGRE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ELETROBRAS - FOZ DO IGUAC - FOZ DO IGUAC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LUIZ FERNANDO ARAUJO - MA - MARINGA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TETRA CONSTRUCOES EL - MA - MARINGA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SULTEC REPARACAO E M - PA - PASSO FUNDO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INDIGO EQUIPAMENTOS - CUR - CURITIBA /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MUELLER E PACHECO CO - JO - JOINVILLE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NOVO HAMBURGO EMPREE - NO - NOVO HAMBURG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AXIA ENERGIA SUL REG - CU - CURITIBA / 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