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CORAX INDUSTRIA, COMERCIO E 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78.9%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78.9%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NOVO HAMBURGO EMPREE - NOVO HAMBURGO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NOVO HAMBURGO/RS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283301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UESLEI DA SILVA DE S - LINHARES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LINHARES/ES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COMERCIO DE EQUIPAME - FARROUPILHA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FARROUPILHA/RS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283960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CONSTRUTERRA CONST L - SAO LEOPOLDO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LEOPOLDO/RS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KAPRO COMERCIO E IMP - CAMPO LARGO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CAMPO LARGO/PR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284695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COTESA ENGENHARIA LT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RIO DE JANEIRO/RJ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285085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CORAX INDUSTRIA, COM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285760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CORAX INDUSTRIA, COM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72.7%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COMERCIO DE EQUIPAME - FARROUPILHA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CONSTRUTERRA CONST L - SAO LEOPOLDO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CORAX INDUSTRIA, COM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EQS ENGENHARIA S.A.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AGUATIVA GOLF RESORT - CORNELIO PROCOPIO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COMFICA - PORTO ALEGRE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CGT ELETROSUL - SAO JOSE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CONSTRUTECH SERVICOS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AXIA ENERGIA SUL REG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COMPANHIA DE GERACAO - GRAVATAI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COTESA ENGENHARIA LT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DARCY PACHECO SOLUCO - NOVA SANTA RITA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COTESA ENGENHARIA LT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ELETROBRAS - FOZ DO - FOZ DO IGUACU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