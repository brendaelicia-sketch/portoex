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ACQUA SOLAR COMERCIO DE EQUIPA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- 31.7pp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60.0%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NEOLIGHT SOLUCOES EM - TUBARAO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TUBARAO/SC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281497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GUILHERME MAIONI PAN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CAETANO PILOTTO DIEH - ERECHIM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GUILHERME MAIONI PAN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NEOLIGHT SOLUCOES EM - TUBARAO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RESIDENCIAL H.O.M.E - BRAGANCA PAULISTA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SOLERI H2D ENERGIA 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