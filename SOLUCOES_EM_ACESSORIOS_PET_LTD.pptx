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SOLUCOES EM ACESSORIOS PET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78.6%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78.6%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78.6%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78.6%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VITORIA LONARDONI NI - PRIMAVERA DO LESTE / 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PRIMAVERA DO LESTE/MT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283896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VINICIUS OLIVEIRA - SALVADOR / 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SALVADOR/BA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TASSIO GABRIEL RIBEI - SALVADOR /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SALVADOR/BA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283899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WASHINGTON GOUVEIA - SALVADOR / 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SALVADOR/BA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GIOVANNA BITTENCOURT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FLORIANOPOLIS/SC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284267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SOLUCOES EM ACESSORI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85.7%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AGATHA BERNARDO - BRASILIA / 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ARTHUR GIORDANIE - SAO BERNARDO DO CAMPO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AUSTIN LUCAS BITENCO - SAO JOSE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BRAYENE S S A ROCHA - SAO JOSE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CARLA SCHERER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CARLOS ALBERTO TRIUL - MONGAGUA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CLINCAREPET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DIOGO WESTPHAL CHI D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FRANCISCO MIR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GABRIEL GOMES RIBEIR - FRANCA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GABRIEL SAMPAIO MONT - PALMAS / 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GIOVANNA BITTENCOURT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GUILHERME GUIMARAES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HENRIQUE CONTI - PIRACICABA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