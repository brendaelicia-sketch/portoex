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Maio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Maio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KUKA PRODUTOS INFANTIS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96.2%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PRADO SUPERMERCADO L - BIGUACU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BIGUACU/SC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285759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KUKA PRODUTOS INFANT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LOJAS DE DEPAR - BARRA VELHA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DROGASUL DISTRIB. DE - CHAPECO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MASTER ATS SUPERMERC - XANXERE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SUPERMERCADOS ARCHER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BRASAO SUPERMERCADOS - CHAPECO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BISTEK - SUPERMERCAD - ICARA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DIMEOESTE COMERCIO D - SAO MIGUEL DO OESTE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D&amp;D DISTRIBUIDOR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COOPERATIVA DE PROD.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GIASSI E CIA LTDA - ICARA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KOCH HIPERMERCADO S/ - TIJUCAS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KUKA PRODUTOS INFANT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DE DEPARTAMENT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GENESIO A. MENDES E - TUBARAO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