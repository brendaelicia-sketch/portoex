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KUKA PRODUTOS INFANTIS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Calibri"/>
              </a:rPr>
              <a:t>92.0%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92.0%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282901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PRADO SUPERMERCADO L - BIGUACU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BIGUACU/SC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283800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LOJAS MILIUM LTDA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JOINVILLE/SC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(15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HAVAN LOJAS DE DEPAR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BRASAO SUPERMERCADOS - CHAPECO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BISTEK - SUPERMERCAD - ICARA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COOPERATIVA DE PROD. - BLUMENAU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D&amp;D DISTRIBUIDOR - BRUSQUE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DROGASUL DISTRIB. DE - CHAPECO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GENESIO A. MENDES E - TUBARAO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KOCH HIPERMERCADO S/ - TIJUCAS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LOJAS DE DEPARTAMENT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LOJAS MILIUM LTDA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MONIARI SUPERMERCADO - ICARA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PRADO SUPERMERCADO L - BIGUACU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PROEPI HIGIENE E PRO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SUPER LIDER ALIMENTO - TUBARAO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