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96</c:v>
                </c:pt>
                <c:pt idx="1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</c:v>
                </c:pt>
                <c:pt idx="1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BATIKI COM IMPORT EXPORT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87.8%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- 1.1pp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87.8%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(9)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ANTONIO MARCOS DA SI - NAZARIO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NAZARIO/GO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275849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LEO MOVEIS LTDA ME - ARUANA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ARUANA/GO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CELSO JERONIMO DE OL - EDEIA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EDEIA/GO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CSG RODRIGUESVARIEDA - GOIANESIA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GOIANESIA/GO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ELETROCENTER MOVEIS - CARMO DO RIO VERDE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CARMO DO RIO VERDE/GO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MARIA AUGUSTA SILVEI - FELIZ NATAL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FELIZ NATAL/MT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J.R. VAZ CARNEIRO - GOIANESIA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GOIANESIA/GO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277552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 S NOGUEIRA - CACU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CACU/GO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ROSEMERI HEPP EIRELL - MARECHAL CANDIDO RONDON 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MARECHAL CANDIDO RONDON/PR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73.1%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(66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TRANSNOBREGA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LUIS TRANSPOR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TITANIO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VAILOG TRANSPORTES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LETICIA BABY - MONTE AZUL PAULISTA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REDE MAIS CALCADOS E - XANXERE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56.969.922 CARLITO D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 IRMAOS BRINQ E VAR - URUACU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AMIR NURELDIN EZBE A - JATAI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ABC LAJEADO DISTRIBU - LAJEADO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 TEIXEIRA E GALVAN - TERRA NOVA DO NORTE /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CAPITAL BOLSAS E ACE - SOROCABA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CAROLINE KOTSAN ME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ALESSANDRA DA SILVA - BARRA DO BUGRES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