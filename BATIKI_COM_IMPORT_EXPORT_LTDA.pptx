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65</c:v>
                </c:pt>
                <c:pt idx="1">
                  <c:v>102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</c:v>
                </c:pt>
                <c:pt idx="1">
                  <c:v>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BATIKI COM IMPORT EXPORT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90.3%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+ 2.5pp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90.3%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TCB COMERCIO DE ARTI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282115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CHRISTIANE GIRON ME - ARARAQUARA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ARARAQUARA/SP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DISTRIBUIDORA DE TAP - GOIANIA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GOIANIA/GO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282389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J. ANTUNES PIMENTEL - PORTO ALEGRE DO TOCANTINS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 ALEGRE DO TOCANTINS/TO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 A DE S FERREIRA LT - CONFRESA / 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CONFRESA/MT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283876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TRANSPORTADORA BELA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283879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TRANSPRESS TRANSPORT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283880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TRANSPRESS TRANSPORT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283881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TRANSPRESS TRANSPORT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283882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TITANIO TRANSPORTES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BORDONALE MOVEIS E E - ORLANDIA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ORLANDIA/SP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(83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VELOCARGAS BRASIL E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VAILOG TRANSPORTES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TITANIO TRANSPORTES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LUIS TRANSPOR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BATIKI COM IMPORT EX - SAO JOSE DO RIO PRETO /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TRANSPRESS TRANSPORT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ERF SILVA ACESSORIOS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LANDRICO MINAS LTDA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SERAFIM TRANSPORTE D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ADERALDO GONCALVES D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BORDONALE MOVEIS E E - ORLANDIA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ABC LAJEADO DISTRIBU - LAJEADO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 A DE S FERREIRA LT - CONFRESA / 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ALEX IMMIANOVSKI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