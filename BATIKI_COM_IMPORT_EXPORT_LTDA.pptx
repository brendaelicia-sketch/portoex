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96.3%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BATIKI COM IMPORT EX - SAO JOSE DO RIO PRETO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 RIO PRETO/SP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TCB COMERCIO DE ARTI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CHRISTIANE GIRON ME - ARARAQUARA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ARARAQUARA/SP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VELOCARGAS BRASIL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SERAFIM TRANSPORTE D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LANDRICO MINAS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ERF SILVA ACESSORIOS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BATIKI COM IMPORT EX - SAO JOSE DO RIO PRETO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ADERALDO GONCALVES D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ALEX IMMIANOVSKI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CHRISTIANE GIRON ME - BAURU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CHUNLI - UBATUBA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DANIELA BARBOSA ME - OSORIO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BRASIL TRANSPORT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