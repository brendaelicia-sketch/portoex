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 COMERCIAL IMPORTADORA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815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815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815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815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 COMERCIAL IMPORTA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CAIO RODRIGUES DA CU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EBAZAR.COM.BR. LTDA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MOUSTACHE BEAMS LTDA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PROJETO EXIT INDUSTR - ITAQUAQUECETUBA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SOUL TRADE MARKETING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