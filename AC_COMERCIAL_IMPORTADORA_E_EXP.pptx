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Sheet1!$A$2:$A$2</c:f>
              <c:strCache>
                <c:ptCount val="1"/>
                <c:pt idx="0">
                  <c:v>Maio 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Sheet1!$A$2:$A$2</c:f>
              <c:strCache>
                <c:ptCount val="1"/>
                <c:pt idx="0">
                  <c:v>Maio 2026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AC COMERCIAL IMPORTADORA E EXP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94.3%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94.3%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283941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MANAUS /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MANAUS/AM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284115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FORTALEZA / 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FORTALEZA/CE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(23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OSASCO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AC COMERCIAL IMPORTA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CAJAMAR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CAIO RODRIGUES DA CU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EBAZAR.COM.BR. LTDA - CAJAMAR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BAYEUX / PB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MANAUS / AM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JABOATAO DOS GUARARAPES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FORTALEZA / 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CURITIBA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CANOAS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SALVADOR / 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LOGISTICA DO - VIANA / 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