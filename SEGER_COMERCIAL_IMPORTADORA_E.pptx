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</c:v>
                </c:pt>
                <c:pt idx="1">
                  <c:v>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SEGER COMERCIAL IMPORTADORA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94.4%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64.7%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+ 29.7pp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94.4%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279604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280426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VOTECH TECNOLOGIA EM - MARINGA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MARINGA/PR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FUNDACAO DE DESENVOL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HOSPITAL E MATERNIDA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INSTITUTO PRESBITERI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AMC SERVICOS EDUCACI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BRAVO ARMAZENS GERAI - UBERABA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ECOPORTO SANTOS S.A. - SANTOS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AURORA TERMINAIS E S - SOROCABA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COMPANHIA DE INFORMA - JUNDIAI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 R J COMPANY ASSESS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FACEB EDUCACAO LTDA - CONSELHEIRO LAFAIETE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EXPOCACER - COOPERAT - PATROCINIO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EMETH INFORMATICA LT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HILTON DO BRASIL S.A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