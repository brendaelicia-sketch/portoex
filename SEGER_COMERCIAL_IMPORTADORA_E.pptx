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SEGER COMERCIAL IMPORTADORA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66.7%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- 27.7pp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66.7% - ATENCAO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(7)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281893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BRAVO ARMAZENS GERAI - UBERABA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UBERABA/MG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282229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SEGER COMERCIAL IMP.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282291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PET CENTER COMERCIO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HZ TELECOMUNICACOES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284030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UNIUBE - UNIVERSIDAD - UBERABA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UBERABA/MG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284917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(17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HZ TELECOMUNICACOES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BRAVO ARMAZENS GERAI - UBERABA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FOSNOR - FOSFATAS DO - LUIS EDUARDO MAGALHAES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COMP BRASILEIRA DE E - JUNDIAI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FUNDACAO DE DESENVOL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FUNDACAO DE ROTARIAN - SAO CAETANO DO SUL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FUNDACAO UNIVERSIDAD - SAO CARLOS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EDITORA POLIEDRO LTD - SAO JOSE DOS CAMPOS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MINERACAO CARAIBA S/ - JAGUARARI / BA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PET CENTER COMERCIO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PETROCOQUE S A INDUS - CUBATAO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SEGER COMERCIAL IMP.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SEGER COMERCIAL IMPO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