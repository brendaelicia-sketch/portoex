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ABRIL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SEGER COMERCIAL IMPORTADORA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Calibri"/>
              </a:rPr>
              <a:t>94.4%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63.6%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+ 30.8pp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94.4%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279604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PORTOEXPRESS LOGISTI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ITAJAI/SC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280426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VOTECH TECNOLOGIA EM - MARINGA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MARINGA/PR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90.9%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(26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PORTOEXPRESS LOGISTI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FUNDACAO DE DESENVOL - CAMPINAS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HOSPITAL E MATERNIDA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INSTITUTO PRESBITERI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AMC SERVICOS EDUCACI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BRAVO ARMAZENS GERAI - UBERABA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ECOPORTO SANTOS S.A. - SANTOS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AURORA TERMINAIS E S - SOROCABA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COMPANHIA DE INFORMA - JUNDIAI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 R J COMPANY ASSESS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FACEB EDUCACAO LTDA - CONSELHEIRO LAFAIETE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EXPOCACER - COOPERAT - PATROCINIO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EMETH INFORMATICA LT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HILTON DO BRASIL S.A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